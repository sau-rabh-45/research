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88" r:id="rId4"/>
  </p:sldMasterIdLst>
  <p:notesMasterIdLst>
    <p:notesMasterId r:id="rId15"/>
  </p:notesMasterIdLst>
  <p:handoutMasterIdLst>
    <p:handoutMasterId r:id="rId16"/>
  </p:handoutMasterIdLst>
  <p:sldIdLst>
    <p:sldId id="360" r:id="rId5"/>
    <p:sldId id="265" r:id="rId6"/>
    <p:sldId id="261" r:id="rId7"/>
    <p:sldId id="365" r:id="rId8"/>
    <p:sldId id="363" r:id="rId9"/>
    <p:sldId id="366" r:id="rId10"/>
    <p:sldId id="353" r:id="rId11"/>
    <p:sldId id="361" r:id="rId12"/>
    <p:sldId id="364" r:id="rId13"/>
    <p:sldId id="3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434" autoAdjust="0"/>
  </p:normalViewPr>
  <p:slideViewPr>
    <p:cSldViewPr snapToGrid="0" showGuides="1">
      <p:cViewPr varScale="1">
        <p:scale>
          <a:sx n="78" d="100"/>
          <a:sy n="78" d="100"/>
        </p:scale>
        <p:origin x="878" y="91"/>
      </p:cViewPr>
      <p:guideLst/>
    </p:cSldViewPr>
  </p:slideViewPr>
  <p:outlineViewPr>
    <p:cViewPr>
      <p:scale>
        <a:sx n="33" d="100"/>
        <a:sy n="33" d="100"/>
      </p:scale>
      <p:origin x="0" y="-1009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-47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D12254D-5759-4EB3-BF8D-D68E90DC2D7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1A69FF-7820-4FCC-B849-D3678A21A4F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0D95BA-7ABD-45D4-B691-9F58B13542F8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AC37F-43E8-47E4-A8D1-19743C11367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D279E6-0ADC-4707-A0E5-8B8058228F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03308A-A8B4-43FF-8C57-7C15CEEAA8C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33272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9D14A6-BAC8-4A71-919C-314181CF34EF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2F9892-4FA8-4E47-8751-DA9332AF5A1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596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667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4D99E-06C2-4ACA-84FC-8F6740F111C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145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4D99E-06C2-4ACA-84FC-8F6740F111C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3369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4D99E-06C2-4ACA-84FC-8F6740F111C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3662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017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4D99E-06C2-4ACA-84FC-8F6740F111C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4421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204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7313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512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932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0F7D69-D93C-4C38-A23D-76E000D691CD}"/>
              </a:ext>
            </a:extLst>
          </p:cNvPr>
          <p:cNvSpPr/>
          <p:nvPr/>
        </p:nvSpPr>
        <p:spPr>
          <a:xfrm>
            <a:off x="0" y="0"/>
            <a:ext cx="3496422" cy="6858000"/>
          </a:xfrm>
          <a:custGeom>
            <a:avLst/>
            <a:gdLst>
              <a:gd name="connsiteX0" fmla="*/ 0 w 3496422"/>
              <a:gd name="connsiteY0" fmla="*/ 0 h 6858000"/>
              <a:gd name="connsiteX1" fmla="*/ 1873399 w 3496422"/>
              <a:gd name="connsiteY1" fmla="*/ 0 h 6858000"/>
              <a:gd name="connsiteX2" fmla="*/ 1895523 w 3496422"/>
              <a:gd name="connsiteY2" fmla="*/ 14997 h 6858000"/>
              <a:gd name="connsiteX3" fmla="*/ 3496422 w 3496422"/>
              <a:gd name="connsiteY3" fmla="*/ 3621656 h 6858000"/>
              <a:gd name="connsiteX4" fmla="*/ 1622072 w 3496422"/>
              <a:gd name="connsiteY4" fmla="*/ 6374814 h 6858000"/>
              <a:gd name="connsiteX5" fmla="*/ 1105424 w 3496422"/>
              <a:gd name="connsiteY5" fmla="*/ 6780599 h 6858000"/>
              <a:gd name="connsiteX6" fmla="*/ 993668 w 3496422"/>
              <a:gd name="connsiteY6" fmla="*/ 6858000 h 6858000"/>
              <a:gd name="connsiteX7" fmla="*/ 0 w 349642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54295" y="1346268"/>
            <a:ext cx="7060135" cy="3285207"/>
          </a:xfrm>
        </p:spPr>
        <p:txBody>
          <a:bodyPr anchor="b">
            <a:noAutofit/>
          </a:bodyPr>
          <a:lstStyle>
            <a:lvl1pPr algn="l">
              <a:lnSpc>
                <a:spcPct val="120000"/>
              </a:lnSpc>
              <a:defRPr sz="5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2312" y="4631475"/>
            <a:ext cx="7052117" cy="1150200"/>
          </a:xfrm>
        </p:spPr>
        <p:txBody>
          <a:bodyPr lIns="109728" tIns="109728" rIns="109728" bIns="9144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sz="2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23E5C65-E22A-4865-9449-10140D62B6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54295" y="617415"/>
            <a:ext cx="7123723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EF9C3DE0-E7F5-4B4D-B5AF-CDE724CE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5" y="6170490"/>
            <a:ext cx="5588349" cy="457200"/>
          </a:xfrm>
        </p:spPr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48C1E146-840A-4217-B63E-62E5CF89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170490"/>
            <a:ext cx="1198829" cy="457200"/>
          </a:xfrm>
        </p:spPr>
        <p:txBody>
          <a:bodyPr/>
          <a:lstStyle>
            <a:lvl1pPr algn="r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D419D4-EA9D-42D9-BF62-B07F0B7B672B}"/>
              </a:ext>
            </a:extLst>
          </p:cNvPr>
          <p:cNvSpPr/>
          <p:nvPr/>
        </p:nvSpPr>
        <p:spPr>
          <a:xfrm>
            <a:off x="1375409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C6FEC9B-9608-4181-A9E5-A1B80E72021C}"/>
              </a:ext>
            </a:extLst>
          </p:cNvPr>
          <p:cNvSpPr/>
          <p:nvPr/>
        </p:nvSpPr>
        <p:spPr>
          <a:xfrm>
            <a:off x="1155402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B1564ED-F26F-451D-97D6-A6EC3E83FD55}"/>
              </a:ext>
            </a:extLst>
          </p:cNvPr>
          <p:cNvSpPr/>
          <p:nvPr/>
        </p:nvSpPr>
        <p:spPr>
          <a:xfrm>
            <a:off x="924161" y="0"/>
            <a:ext cx="2261351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1417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923EF53-7767-4C94-BEF6-D45292794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CF12700-F905-4CFA-970C-C81E05A6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A1B1EE2-BCA3-432B-A32D-B04C7F1DD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43851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84A89F5-6982-40AE-8108-88B93E85C8FF}"/>
              </a:ext>
            </a:extLst>
          </p:cNvPr>
          <p:cNvGrpSpPr/>
          <p:nvPr/>
        </p:nvGrpSpPr>
        <p:grpSpPr>
          <a:xfrm>
            <a:off x="3124577" y="0"/>
            <a:ext cx="4389519" cy="2916937"/>
            <a:chOff x="3124577" y="0"/>
            <a:chExt cx="4389519" cy="291693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80BED93-E30B-4492-A268-84C33CA4F067}"/>
                </a:ext>
              </a:extLst>
            </p:cNvPr>
            <p:cNvSpPr/>
            <p:nvPr/>
          </p:nvSpPr>
          <p:spPr>
            <a:xfrm>
              <a:off x="3320637" y="0"/>
              <a:ext cx="4013331" cy="2742133"/>
            </a:xfrm>
            <a:custGeom>
              <a:avLst/>
              <a:gdLst>
                <a:gd name="connsiteX0" fmla="*/ 294151 w 4013331"/>
                <a:gd name="connsiteY0" fmla="*/ 0 h 2742133"/>
                <a:gd name="connsiteX1" fmla="*/ 3844057 w 4013331"/>
                <a:gd name="connsiteY1" fmla="*/ 0 h 2742133"/>
                <a:gd name="connsiteX2" fmla="*/ 3892490 w 4013331"/>
                <a:gd name="connsiteY2" fmla="*/ 131440 h 2742133"/>
                <a:gd name="connsiteX3" fmla="*/ 4013331 w 4013331"/>
                <a:gd name="connsiteY3" fmla="*/ 941251 h 2742133"/>
                <a:gd name="connsiteX4" fmla="*/ 3804827 w 4013331"/>
                <a:gd name="connsiteY4" fmla="*/ 1540292 h 2742133"/>
                <a:gd name="connsiteX5" fmla="*/ 3187498 w 4013331"/>
                <a:gd name="connsiteY5" fmla="*/ 2098087 h 2742133"/>
                <a:gd name="connsiteX6" fmla="*/ 3051769 w 4013331"/>
                <a:gd name="connsiteY6" fmla="*/ 2204787 h 2742133"/>
                <a:gd name="connsiteX7" fmla="*/ 1936476 w 4013331"/>
                <a:gd name="connsiteY7" fmla="*/ 2742133 h 2742133"/>
                <a:gd name="connsiteX8" fmla="*/ 467303 w 4013331"/>
                <a:gd name="connsiteY8" fmla="*/ 1868695 h 2742133"/>
                <a:gd name="connsiteX9" fmla="*/ 310732 w 4013331"/>
                <a:gd name="connsiteY9" fmla="*/ 1645244 h 2742133"/>
                <a:gd name="connsiteX10" fmla="*/ 0 w 4013331"/>
                <a:gd name="connsiteY10" fmla="*/ 941251 h 2742133"/>
                <a:gd name="connsiteX11" fmla="*/ 187749 w 4013331"/>
                <a:gd name="connsiteY11" fmla="*/ 183076 h 2742133"/>
                <a:gd name="connsiteX12" fmla="*/ 288888 w 4013331"/>
                <a:gd name="connsiteY12" fmla="*/ 7329 h 2742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13331" h="2742133">
                  <a:moveTo>
                    <a:pt x="294151" y="0"/>
                  </a:moveTo>
                  <a:lnTo>
                    <a:pt x="3844057" y="0"/>
                  </a:lnTo>
                  <a:lnTo>
                    <a:pt x="3892490" y="131440"/>
                  </a:lnTo>
                  <a:cubicBezTo>
                    <a:pt x="3971777" y="378867"/>
                    <a:pt x="4013331" y="652783"/>
                    <a:pt x="4013331" y="941251"/>
                  </a:cubicBezTo>
                  <a:cubicBezTo>
                    <a:pt x="4013331" y="1171430"/>
                    <a:pt x="3948997" y="1356167"/>
                    <a:pt x="3804827" y="1540292"/>
                  </a:cubicBezTo>
                  <a:cubicBezTo>
                    <a:pt x="3654026" y="1732895"/>
                    <a:pt x="3427436" y="1910292"/>
                    <a:pt x="3187498" y="2098087"/>
                  </a:cubicBezTo>
                  <a:cubicBezTo>
                    <a:pt x="3143231" y="2132693"/>
                    <a:pt x="3097499" y="2168522"/>
                    <a:pt x="3051769" y="2204787"/>
                  </a:cubicBezTo>
                  <a:cubicBezTo>
                    <a:pt x="2642425" y="2529345"/>
                    <a:pt x="2343664" y="2742133"/>
                    <a:pt x="1936476" y="2742133"/>
                  </a:cubicBezTo>
                  <a:cubicBezTo>
                    <a:pt x="1316045" y="2742133"/>
                    <a:pt x="876647" y="2480932"/>
                    <a:pt x="467303" y="1868695"/>
                  </a:cubicBezTo>
                  <a:cubicBezTo>
                    <a:pt x="413736" y="1788559"/>
                    <a:pt x="361372" y="1715679"/>
                    <a:pt x="310732" y="1645244"/>
                  </a:cubicBezTo>
                  <a:cubicBezTo>
                    <a:pt x="100850" y="1353195"/>
                    <a:pt x="0" y="1201315"/>
                    <a:pt x="0" y="941251"/>
                  </a:cubicBezTo>
                  <a:cubicBezTo>
                    <a:pt x="0" y="683021"/>
                    <a:pt x="63214" y="427935"/>
                    <a:pt x="187749" y="183076"/>
                  </a:cubicBezTo>
                  <a:cubicBezTo>
                    <a:pt x="218215" y="123194"/>
                    <a:pt x="251953" y="64578"/>
                    <a:pt x="288888" y="7329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65F60C1-CD8B-4326-9B24-3D197CF382A6}"/>
                </a:ext>
              </a:extLst>
            </p:cNvPr>
            <p:cNvSpPr/>
            <p:nvPr/>
          </p:nvSpPr>
          <p:spPr>
            <a:xfrm>
              <a:off x="3566319" y="0"/>
              <a:ext cx="3401415" cy="2440484"/>
            </a:xfrm>
            <a:custGeom>
              <a:avLst/>
              <a:gdLst>
                <a:gd name="connsiteX0" fmla="*/ 332917 w 3401415"/>
                <a:gd name="connsiteY0" fmla="*/ 0 h 2440484"/>
                <a:gd name="connsiteX1" fmla="*/ 3207137 w 3401415"/>
                <a:gd name="connsiteY1" fmla="*/ 0 h 2440484"/>
                <a:gd name="connsiteX2" fmla="*/ 3242654 w 3401415"/>
                <a:gd name="connsiteY2" fmla="*/ 74937 h 2440484"/>
                <a:gd name="connsiteX3" fmla="*/ 3401415 w 3401415"/>
                <a:gd name="connsiteY3" fmla="*/ 914184 h 2440484"/>
                <a:gd name="connsiteX4" fmla="*/ 3224702 w 3401415"/>
                <a:gd name="connsiteY4" fmla="*/ 1421888 h 2440484"/>
                <a:gd name="connsiteX5" fmla="*/ 2701498 w 3401415"/>
                <a:gd name="connsiteY5" fmla="*/ 1894635 h 2440484"/>
                <a:gd name="connsiteX6" fmla="*/ 2586463 w 3401415"/>
                <a:gd name="connsiteY6" fmla="*/ 1985068 h 2440484"/>
                <a:gd name="connsiteX7" fmla="*/ 1641219 w 3401415"/>
                <a:gd name="connsiteY7" fmla="*/ 2440484 h 2440484"/>
                <a:gd name="connsiteX8" fmla="*/ 396053 w 3401415"/>
                <a:gd name="connsiteY8" fmla="*/ 1700219 h 2440484"/>
                <a:gd name="connsiteX9" fmla="*/ 263354 w 3401415"/>
                <a:gd name="connsiteY9" fmla="*/ 1510839 h 2440484"/>
                <a:gd name="connsiteX10" fmla="*/ 0 w 3401415"/>
                <a:gd name="connsiteY10" fmla="*/ 914184 h 2440484"/>
                <a:gd name="connsiteX11" fmla="*/ 159122 w 3401415"/>
                <a:gd name="connsiteY11" fmla="*/ 271610 h 2440484"/>
                <a:gd name="connsiteX12" fmla="*/ 244841 w 3401415"/>
                <a:gd name="connsiteY12" fmla="*/ 122658 h 244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401415" h="2440484">
                  <a:moveTo>
                    <a:pt x="332917" y="0"/>
                  </a:moveTo>
                  <a:lnTo>
                    <a:pt x="3207137" y="0"/>
                  </a:lnTo>
                  <a:lnTo>
                    <a:pt x="3242654" y="74937"/>
                  </a:lnTo>
                  <a:cubicBezTo>
                    <a:pt x="3346386" y="322243"/>
                    <a:pt x="3401415" y="608579"/>
                    <a:pt x="3401415" y="914184"/>
                  </a:cubicBezTo>
                  <a:cubicBezTo>
                    <a:pt x="3401415" y="1109268"/>
                    <a:pt x="3346890" y="1265837"/>
                    <a:pt x="3224702" y="1421888"/>
                  </a:cubicBezTo>
                  <a:cubicBezTo>
                    <a:pt x="3096894" y="1585125"/>
                    <a:pt x="2904852" y="1735475"/>
                    <a:pt x="2701498" y="1894635"/>
                  </a:cubicBezTo>
                  <a:cubicBezTo>
                    <a:pt x="2663980" y="1923966"/>
                    <a:pt x="2625221" y="1954332"/>
                    <a:pt x="2586463" y="1985068"/>
                  </a:cubicBezTo>
                  <a:cubicBezTo>
                    <a:pt x="2239532" y="2260140"/>
                    <a:pt x="1986324" y="2440484"/>
                    <a:pt x="1641219" y="2440484"/>
                  </a:cubicBezTo>
                  <a:cubicBezTo>
                    <a:pt x="1115386" y="2440484"/>
                    <a:pt x="742984" y="2219109"/>
                    <a:pt x="396053" y="1700219"/>
                  </a:cubicBezTo>
                  <a:cubicBezTo>
                    <a:pt x="350653" y="1632303"/>
                    <a:pt x="306273" y="1570535"/>
                    <a:pt x="263354" y="1510839"/>
                  </a:cubicBezTo>
                  <a:cubicBezTo>
                    <a:pt x="85473" y="1263318"/>
                    <a:pt x="0" y="1134597"/>
                    <a:pt x="0" y="914184"/>
                  </a:cubicBezTo>
                  <a:cubicBezTo>
                    <a:pt x="0" y="695327"/>
                    <a:pt x="53576" y="479135"/>
                    <a:pt x="159122" y="271610"/>
                  </a:cubicBezTo>
                  <a:cubicBezTo>
                    <a:pt x="184943" y="220858"/>
                    <a:pt x="213538" y="171179"/>
                    <a:pt x="244841" y="122658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9511D06-104E-440E-8049-4CDCE4B87E96}"/>
                </a:ext>
              </a:extLst>
            </p:cNvPr>
            <p:cNvSpPr/>
            <p:nvPr/>
          </p:nvSpPr>
          <p:spPr>
            <a:xfrm>
              <a:off x="3232490" y="0"/>
              <a:ext cx="4164597" cy="2817185"/>
            </a:xfrm>
            <a:custGeom>
              <a:avLst/>
              <a:gdLst>
                <a:gd name="connsiteX0" fmla="*/ 237339 w 4130517"/>
                <a:gd name="connsiteY0" fmla="*/ 0 h 2806419"/>
                <a:gd name="connsiteX1" fmla="*/ 3997489 w 4130517"/>
                <a:gd name="connsiteY1" fmla="*/ 0 h 2806419"/>
                <a:gd name="connsiteX2" fmla="*/ 4006148 w 4130517"/>
                <a:gd name="connsiteY2" fmla="*/ 24333 h 2806419"/>
                <a:gd name="connsiteX3" fmla="*/ 4130517 w 4130517"/>
                <a:gd name="connsiteY3" fmla="*/ 887307 h 2806419"/>
                <a:gd name="connsiteX4" fmla="*/ 3915925 w 4130517"/>
                <a:gd name="connsiteY4" fmla="*/ 1525677 h 2806419"/>
                <a:gd name="connsiteX5" fmla="*/ 3280571 w 4130517"/>
                <a:gd name="connsiteY5" fmla="*/ 2120090 h 2806419"/>
                <a:gd name="connsiteX6" fmla="*/ 3140878 w 4130517"/>
                <a:gd name="connsiteY6" fmla="*/ 2233796 h 2806419"/>
                <a:gd name="connsiteX7" fmla="*/ 1993019 w 4130517"/>
                <a:gd name="connsiteY7" fmla="*/ 2806419 h 2806419"/>
                <a:gd name="connsiteX8" fmla="*/ 480948 w 4130517"/>
                <a:gd name="connsiteY8" fmla="*/ 1875638 h 2806419"/>
                <a:gd name="connsiteX9" fmla="*/ 319805 w 4130517"/>
                <a:gd name="connsiteY9" fmla="*/ 1637519 h 2806419"/>
                <a:gd name="connsiteX10" fmla="*/ 0 w 4130517"/>
                <a:gd name="connsiteY10" fmla="*/ 887307 h 2806419"/>
                <a:gd name="connsiteX11" fmla="*/ 193231 w 4130517"/>
                <a:gd name="connsiteY11" fmla="*/ 79360 h 280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30517" h="2806419">
                  <a:moveTo>
                    <a:pt x="237339" y="0"/>
                  </a:moveTo>
                  <a:lnTo>
                    <a:pt x="3997489" y="0"/>
                  </a:lnTo>
                  <a:lnTo>
                    <a:pt x="4006148" y="24333"/>
                  </a:lnTo>
                  <a:cubicBezTo>
                    <a:pt x="4087750" y="288004"/>
                    <a:pt x="4130517" y="579903"/>
                    <a:pt x="4130517" y="887307"/>
                  </a:cubicBezTo>
                  <a:cubicBezTo>
                    <a:pt x="4130517" y="1132599"/>
                    <a:pt x="4064304" y="1329464"/>
                    <a:pt x="3915925" y="1525677"/>
                  </a:cubicBezTo>
                  <a:cubicBezTo>
                    <a:pt x="3760721" y="1730924"/>
                    <a:pt x="3527514" y="1919967"/>
                    <a:pt x="3280571" y="2120090"/>
                  </a:cubicBezTo>
                  <a:cubicBezTo>
                    <a:pt x="3235011" y="2156968"/>
                    <a:pt x="3187944" y="2195151"/>
                    <a:pt x="3140878" y="2233796"/>
                  </a:cubicBezTo>
                  <a:cubicBezTo>
                    <a:pt x="2719582" y="2579662"/>
                    <a:pt x="2412097" y="2806419"/>
                    <a:pt x="1993019" y="2806419"/>
                  </a:cubicBezTo>
                  <a:cubicBezTo>
                    <a:pt x="1354472" y="2806419"/>
                    <a:pt x="902244" y="2528070"/>
                    <a:pt x="480948" y="1875638"/>
                  </a:cubicBezTo>
                  <a:cubicBezTo>
                    <a:pt x="425816" y="1790244"/>
                    <a:pt x="371924" y="1712578"/>
                    <a:pt x="319805" y="1637519"/>
                  </a:cubicBezTo>
                  <a:cubicBezTo>
                    <a:pt x="103795" y="1326296"/>
                    <a:pt x="0" y="1164446"/>
                    <a:pt x="0" y="887307"/>
                  </a:cubicBezTo>
                  <a:cubicBezTo>
                    <a:pt x="0" y="612125"/>
                    <a:pt x="65060" y="340293"/>
                    <a:pt x="193231" y="79360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4F6B39-7B0A-4839-9F52-1FFA2044F248}"/>
                </a:ext>
              </a:extLst>
            </p:cNvPr>
            <p:cNvSpPr/>
            <p:nvPr/>
          </p:nvSpPr>
          <p:spPr>
            <a:xfrm>
              <a:off x="3124577" y="0"/>
              <a:ext cx="4389519" cy="2916937"/>
            </a:xfrm>
            <a:custGeom>
              <a:avLst/>
              <a:gdLst>
                <a:gd name="connsiteX0" fmla="*/ 208215 w 4389519"/>
                <a:gd name="connsiteY0" fmla="*/ 0 h 2916937"/>
                <a:gd name="connsiteX1" fmla="*/ 4284014 w 4389519"/>
                <a:gd name="connsiteY1" fmla="*/ 0 h 2916937"/>
                <a:gd name="connsiteX2" fmla="*/ 4335794 w 4389519"/>
                <a:gd name="connsiteY2" fmla="*/ 207911 h 2916937"/>
                <a:gd name="connsiteX3" fmla="*/ 4376420 w 4389519"/>
                <a:gd name="connsiteY3" fmla="*/ 1078865 h 2916937"/>
                <a:gd name="connsiteX4" fmla="*/ 4090147 w 4389519"/>
                <a:gd name="connsiteY4" fmla="*/ 1734728 h 2916937"/>
                <a:gd name="connsiteX5" fmla="*/ 3362552 w 4389519"/>
                <a:gd name="connsiteY5" fmla="*/ 2305097 h 2916937"/>
                <a:gd name="connsiteX6" fmla="*/ 3204152 w 4389519"/>
                <a:gd name="connsiteY6" fmla="*/ 2412521 h 2916937"/>
                <a:gd name="connsiteX7" fmla="*/ 1936072 w 4389519"/>
                <a:gd name="connsiteY7" fmla="*/ 2912360 h 2916937"/>
                <a:gd name="connsiteX8" fmla="*/ 421690 w 4389519"/>
                <a:gd name="connsiteY8" fmla="*/ 1787063 h 2916937"/>
                <a:gd name="connsiteX9" fmla="*/ 273167 w 4389519"/>
                <a:gd name="connsiteY9" fmla="*/ 1520080 h 2916937"/>
                <a:gd name="connsiteX10" fmla="*/ 4118 w 4389519"/>
                <a:gd name="connsiteY10" fmla="*/ 696338 h 2916937"/>
                <a:gd name="connsiteX11" fmla="*/ 175984 w 4389519"/>
                <a:gd name="connsiteY11" fmla="*/ 60381 h 29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89519" h="2916937">
                  <a:moveTo>
                    <a:pt x="208215" y="0"/>
                  </a:moveTo>
                  <a:lnTo>
                    <a:pt x="4284014" y="0"/>
                  </a:lnTo>
                  <a:lnTo>
                    <a:pt x="4335794" y="207911"/>
                  </a:lnTo>
                  <a:cubicBezTo>
                    <a:pt x="4388748" y="479686"/>
                    <a:pt x="4403109" y="773803"/>
                    <a:pt x="4376420" y="1078865"/>
                  </a:cubicBezTo>
                  <a:cubicBezTo>
                    <a:pt x="4353703" y="1338514"/>
                    <a:pt x="4265383" y="1540772"/>
                    <a:pt x="4090147" y="1734728"/>
                  </a:cubicBezTo>
                  <a:cubicBezTo>
                    <a:pt x="3906850" y="1937616"/>
                    <a:pt x="3642485" y="2116128"/>
                    <a:pt x="3362552" y="2305097"/>
                  </a:cubicBezTo>
                  <a:cubicBezTo>
                    <a:pt x="3310910" y="2339914"/>
                    <a:pt x="3257553" y="2375972"/>
                    <a:pt x="3204152" y="2412521"/>
                  </a:cubicBezTo>
                  <a:cubicBezTo>
                    <a:pt x="2726165" y="2739616"/>
                    <a:pt x="2379682" y="2951171"/>
                    <a:pt x="1936072" y="2912360"/>
                  </a:cubicBezTo>
                  <a:cubicBezTo>
                    <a:pt x="1260148" y="2853224"/>
                    <a:pt x="807225" y="2516700"/>
                    <a:pt x="421690" y="1787063"/>
                  </a:cubicBezTo>
                  <a:cubicBezTo>
                    <a:pt x="371240" y="1691563"/>
                    <a:pt x="321385" y="1604361"/>
                    <a:pt x="273167" y="1520080"/>
                  </a:cubicBezTo>
                  <a:cubicBezTo>
                    <a:pt x="73334" y="1170636"/>
                    <a:pt x="-21548" y="989700"/>
                    <a:pt x="4118" y="696338"/>
                  </a:cubicBezTo>
                  <a:cubicBezTo>
                    <a:pt x="23232" y="477870"/>
                    <a:pt x="80908" y="264786"/>
                    <a:pt x="175984" y="60381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3099122-D80B-4389-A1CF-52C635217F4B}"/>
              </a:ext>
            </a:extLst>
          </p:cNvPr>
          <p:cNvGrpSpPr/>
          <p:nvPr/>
        </p:nvGrpSpPr>
        <p:grpSpPr>
          <a:xfrm>
            <a:off x="8122942" y="0"/>
            <a:ext cx="4069058" cy="3547008"/>
            <a:chOff x="8122942" y="0"/>
            <a:chExt cx="4069058" cy="3547008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A535D59-CDAA-4AA9-84AC-A6142E857FE2}"/>
                </a:ext>
              </a:extLst>
            </p:cNvPr>
            <p:cNvSpPr/>
            <p:nvPr/>
          </p:nvSpPr>
          <p:spPr>
            <a:xfrm>
              <a:off x="8122942" y="0"/>
              <a:ext cx="4069058" cy="3547008"/>
            </a:xfrm>
            <a:custGeom>
              <a:avLst/>
              <a:gdLst>
                <a:gd name="connsiteX0" fmla="*/ 305212 w 4069058"/>
                <a:gd name="connsiteY0" fmla="*/ 0 h 3547008"/>
                <a:gd name="connsiteX1" fmla="*/ 4069058 w 4069058"/>
                <a:gd name="connsiteY1" fmla="*/ 0 h 3547008"/>
                <a:gd name="connsiteX2" fmla="*/ 4069058 w 4069058"/>
                <a:gd name="connsiteY2" fmla="*/ 2865785 h 3547008"/>
                <a:gd name="connsiteX3" fmla="*/ 3996814 w 4069058"/>
                <a:gd name="connsiteY3" fmla="*/ 2947457 h 3547008"/>
                <a:gd name="connsiteX4" fmla="*/ 2732780 w 4069058"/>
                <a:gd name="connsiteY4" fmla="*/ 3541640 h 3547008"/>
                <a:gd name="connsiteX5" fmla="*/ 1317550 w 4069058"/>
                <a:gd name="connsiteY5" fmla="*/ 3015110 h 3547008"/>
                <a:gd name="connsiteX6" fmla="*/ 1140977 w 4069058"/>
                <a:gd name="connsiteY6" fmla="*/ 2901419 h 3547008"/>
                <a:gd name="connsiteX7" fmla="*/ 330269 w 4069058"/>
                <a:gd name="connsiteY7" fmla="*/ 2297252 h 3547008"/>
                <a:gd name="connsiteX8" fmla="*/ 13299 w 4069058"/>
                <a:gd name="connsiteY8" fmla="*/ 1599966 h 3547008"/>
                <a:gd name="connsiteX9" fmla="*/ 217457 w 4069058"/>
                <a:gd name="connsiteY9" fmla="*/ 178659 h 3547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69058" h="3547008">
                  <a:moveTo>
                    <a:pt x="305212" y="0"/>
                  </a:moveTo>
                  <a:lnTo>
                    <a:pt x="4069058" y="0"/>
                  </a:lnTo>
                  <a:lnTo>
                    <a:pt x="4069058" y="2865785"/>
                  </a:lnTo>
                  <a:lnTo>
                    <a:pt x="3996814" y="2947457"/>
                  </a:lnTo>
                  <a:cubicBezTo>
                    <a:pt x="3654887" y="3311545"/>
                    <a:pt x="3252443" y="3496175"/>
                    <a:pt x="2732780" y="3541640"/>
                  </a:cubicBezTo>
                  <a:cubicBezTo>
                    <a:pt x="2236701" y="3585041"/>
                    <a:pt x="1850359" y="3361306"/>
                    <a:pt x="1317550" y="3015110"/>
                  </a:cubicBezTo>
                  <a:cubicBezTo>
                    <a:pt x="1258026" y="2976425"/>
                    <a:pt x="1198546" y="2938265"/>
                    <a:pt x="1140977" y="2901419"/>
                  </a:cubicBezTo>
                  <a:cubicBezTo>
                    <a:pt x="828927" y="2701433"/>
                    <a:pt x="534230" y="2512513"/>
                    <a:pt x="330269" y="2297252"/>
                  </a:cubicBezTo>
                  <a:cubicBezTo>
                    <a:pt x="135278" y="2091465"/>
                    <a:pt x="37487" y="1876435"/>
                    <a:pt x="13299" y="1599966"/>
                  </a:cubicBezTo>
                  <a:cubicBezTo>
                    <a:pt x="-32170" y="1080250"/>
                    <a:pt x="39709" y="589889"/>
                    <a:pt x="217457" y="178659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6948CC-6D51-4092-887C-B0664DC102C7}"/>
                </a:ext>
              </a:extLst>
            </p:cNvPr>
            <p:cNvSpPr/>
            <p:nvPr/>
          </p:nvSpPr>
          <p:spPr>
            <a:xfrm flipH="1">
              <a:off x="8319994" y="0"/>
              <a:ext cx="3872006" cy="3321595"/>
            </a:xfrm>
            <a:custGeom>
              <a:avLst/>
              <a:gdLst>
                <a:gd name="connsiteX0" fmla="*/ 3466434 w 3872006"/>
                <a:gd name="connsiteY0" fmla="*/ 0 h 3321595"/>
                <a:gd name="connsiteX1" fmla="*/ 65800 w 3872006"/>
                <a:gd name="connsiteY1" fmla="*/ 0 h 3321595"/>
                <a:gd name="connsiteX2" fmla="*/ 0 w 3872006"/>
                <a:gd name="connsiteY2" fmla="*/ 59511 h 3321595"/>
                <a:gd name="connsiteX3" fmla="*/ 0 w 3872006"/>
                <a:gd name="connsiteY3" fmla="*/ 2518435 h 3321595"/>
                <a:gd name="connsiteX4" fmla="*/ 80122 w 3872006"/>
                <a:gd name="connsiteY4" fmla="*/ 2618704 h 3321595"/>
                <a:gd name="connsiteX5" fmla="*/ 1549501 w 3872006"/>
                <a:gd name="connsiteY5" fmla="*/ 3321595 h 3321595"/>
                <a:gd name="connsiteX6" fmla="*/ 2796711 w 3872006"/>
                <a:gd name="connsiteY6" fmla="*/ 2749441 h 3321595"/>
                <a:gd name="connsiteX7" fmla="*/ 2948494 w 3872006"/>
                <a:gd name="connsiteY7" fmla="*/ 2635829 h 3321595"/>
                <a:gd name="connsiteX8" fmla="*/ 3638840 w 3872006"/>
                <a:gd name="connsiteY8" fmla="*/ 2041901 h 3321595"/>
                <a:gd name="connsiteX9" fmla="*/ 3872006 w 3872006"/>
                <a:gd name="connsiteY9" fmla="*/ 1404055 h 3321595"/>
                <a:gd name="connsiteX10" fmla="*/ 3467973 w 3872006"/>
                <a:gd name="connsiteY10" fmla="*/ 1974 h 33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2006" h="3321595">
                  <a:moveTo>
                    <a:pt x="3466434" y="0"/>
                  </a:moveTo>
                  <a:lnTo>
                    <a:pt x="65800" y="0"/>
                  </a:lnTo>
                  <a:lnTo>
                    <a:pt x="0" y="59511"/>
                  </a:lnTo>
                  <a:lnTo>
                    <a:pt x="0" y="2518435"/>
                  </a:lnTo>
                  <a:lnTo>
                    <a:pt x="80122" y="2618704"/>
                  </a:lnTo>
                  <a:cubicBezTo>
                    <a:pt x="490323" y="3108658"/>
                    <a:pt x="942414" y="3321595"/>
                    <a:pt x="1549501" y="3321595"/>
                  </a:cubicBezTo>
                  <a:cubicBezTo>
                    <a:pt x="2004852" y="3321595"/>
                    <a:pt x="2338950" y="3095023"/>
                    <a:pt x="2796711" y="2749441"/>
                  </a:cubicBezTo>
                  <a:cubicBezTo>
                    <a:pt x="2847850" y="2710827"/>
                    <a:pt x="2898991" y="2672676"/>
                    <a:pt x="2948494" y="2635829"/>
                  </a:cubicBezTo>
                  <a:cubicBezTo>
                    <a:pt x="3216812" y="2435869"/>
                    <a:pt x="3470203" y="2246981"/>
                    <a:pt x="3638840" y="2041901"/>
                  </a:cubicBezTo>
                  <a:cubicBezTo>
                    <a:pt x="3800062" y="1845849"/>
                    <a:pt x="3872006" y="1649145"/>
                    <a:pt x="3872006" y="1404055"/>
                  </a:cubicBezTo>
                  <a:cubicBezTo>
                    <a:pt x="3872006" y="866538"/>
                    <a:pt x="3729694" y="376466"/>
                    <a:pt x="3467973" y="1974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5F9FD94-99CC-42AD-8E66-CF99E8FD5A94}"/>
                </a:ext>
              </a:extLst>
            </p:cNvPr>
            <p:cNvSpPr/>
            <p:nvPr/>
          </p:nvSpPr>
          <p:spPr>
            <a:xfrm flipH="1">
              <a:off x="8729240" y="9274"/>
              <a:ext cx="3462454" cy="3010961"/>
            </a:xfrm>
            <a:custGeom>
              <a:avLst/>
              <a:gdLst>
                <a:gd name="connsiteX0" fmla="*/ 2953507 w 3462454"/>
                <a:gd name="connsiteY0" fmla="*/ 0 h 3010961"/>
                <a:gd name="connsiteX1" fmla="*/ 477652 w 3462454"/>
                <a:gd name="connsiteY1" fmla="*/ 0 h 3010961"/>
                <a:gd name="connsiteX2" fmla="*/ 327396 w 3462454"/>
                <a:gd name="connsiteY2" fmla="*/ 113681 h 3010961"/>
                <a:gd name="connsiteX3" fmla="*/ 46554 w 3462454"/>
                <a:gd name="connsiteY3" fmla="*/ 391785 h 3010961"/>
                <a:gd name="connsiteX4" fmla="*/ 0 w 3462454"/>
                <a:gd name="connsiteY4" fmla="*/ 453516 h 3010961"/>
                <a:gd name="connsiteX5" fmla="*/ 0 w 3462454"/>
                <a:gd name="connsiteY5" fmla="*/ 2083461 h 3010961"/>
                <a:gd name="connsiteX6" fmla="*/ 26382 w 3462454"/>
                <a:gd name="connsiteY6" fmla="*/ 2118637 h 3010961"/>
                <a:gd name="connsiteX7" fmla="*/ 101620 w 3462454"/>
                <a:gd name="connsiteY7" fmla="*/ 2222744 h 3010961"/>
                <a:gd name="connsiteX8" fmla="*/ 1494064 w 3462454"/>
                <a:gd name="connsiteY8" fmla="*/ 3010961 h 3010961"/>
                <a:gd name="connsiteX9" fmla="*/ 2551110 w 3462454"/>
                <a:gd name="connsiteY9" fmla="*/ 2526044 h 3010961"/>
                <a:gd name="connsiteX10" fmla="*/ 2679751 w 3462454"/>
                <a:gd name="connsiteY10" fmla="*/ 2429754 h 3010961"/>
                <a:gd name="connsiteX11" fmla="*/ 3264840 w 3462454"/>
                <a:gd name="connsiteY11" fmla="*/ 1926383 h 3010961"/>
                <a:gd name="connsiteX12" fmla="*/ 3462454 w 3462454"/>
                <a:gd name="connsiteY12" fmla="*/ 1385790 h 3010961"/>
                <a:gd name="connsiteX13" fmla="*/ 3018820 w 3462454"/>
                <a:gd name="connsiteY13" fmla="*/ 67626 h 3010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62454" h="3010961">
                  <a:moveTo>
                    <a:pt x="2953507" y="0"/>
                  </a:moveTo>
                  <a:lnTo>
                    <a:pt x="477652" y="0"/>
                  </a:lnTo>
                  <a:lnTo>
                    <a:pt x="327396" y="113681"/>
                  </a:lnTo>
                  <a:cubicBezTo>
                    <a:pt x="222344" y="200626"/>
                    <a:pt x="128536" y="293564"/>
                    <a:pt x="46554" y="391785"/>
                  </a:cubicBezTo>
                  <a:lnTo>
                    <a:pt x="0" y="453516"/>
                  </a:lnTo>
                  <a:lnTo>
                    <a:pt x="0" y="2083461"/>
                  </a:lnTo>
                  <a:lnTo>
                    <a:pt x="26382" y="2118637"/>
                  </a:lnTo>
                  <a:cubicBezTo>
                    <a:pt x="51135" y="2152065"/>
                    <a:pt x="76235" y="2186586"/>
                    <a:pt x="101620" y="2222744"/>
                  </a:cubicBezTo>
                  <a:cubicBezTo>
                    <a:pt x="489585" y="2775245"/>
                    <a:pt x="906035" y="3010961"/>
                    <a:pt x="1494064" y="3010961"/>
                  </a:cubicBezTo>
                  <a:cubicBezTo>
                    <a:pt x="1879987" y="3010961"/>
                    <a:pt x="2163144" y="2818935"/>
                    <a:pt x="2551110" y="2526044"/>
                  </a:cubicBezTo>
                  <a:cubicBezTo>
                    <a:pt x="2594452" y="2493317"/>
                    <a:pt x="2637795" y="2460984"/>
                    <a:pt x="2679751" y="2429754"/>
                  </a:cubicBezTo>
                  <a:cubicBezTo>
                    <a:pt x="2907158" y="2260282"/>
                    <a:pt x="3121914" y="2100194"/>
                    <a:pt x="3264840" y="1926383"/>
                  </a:cubicBezTo>
                  <a:cubicBezTo>
                    <a:pt x="3401480" y="1760224"/>
                    <a:pt x="3462454" y="1593511"/>
                    <a:pt x="3462454" y="1385790"/>
                  </a:cubicBezTo>
                  <a:cubicBezTo>
                    <a:pt x="3462454" y="865148"/>
                    <a:pt x="3304918" y="397028"/>
                    <a:pt x="3018820" y="67626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47D3E70-A759-410D-B5DB-855218E138C3}"/>
                </a:ext>
              </a:extLst>
            </p:cNvPr>
            <p:cNvSpPr/>
            <p:nvPr/>
          </p:nvSpPr>
          <p:spPr>
            <a:xfrm flipH="1">
              <a:off x="8243247" y="9274"/>
              <a:ext cx="3948447" cy="3411460"/>
            </a:xfrm>
            <a:custGeom>
              <a:avLst/>
              <a:gdLst>
                <a:gd name="connsiteX0" fmla="*/ 3564894 w 3904481"/>
                <a:gd name="connsiteY0" fmla="*/ 0 h 3411460"/>
                <a:gd name="connsiteX1" fmla="*/ 0 w 3904481"/>
                <a:gd name="connsiteY1" fmla="*/ 0 h 3411460"/>
                <a:gd name="connsiteX2" fmla="*/ 0 w 3904481"/>
                <a:gd name="connsiteY2" fmla="*/ 2659993 h 3411460"/>
                <a:gd name="connsiteX3" fmla="*/ 1876 w 3904481"/>
                <a:gd name="connsiteY3" fmla="*/ 2662425 h 3411460"/>
                <a:gd name="connsiteX4" fmla="*/ 1514161 w 3904481"/>
                <a:gd name="connsiteY4" fmla="*/ 3411460 h 3411460"/>
                <a:gd name="connsiteX5" fmla="*/ 2797788 w 3904481"/>
                <a:gd name="connsiteY5" fmla="*/ 2801744 h 3411460"/>
                <a:gd name="connsiteX6" fmla="*/ 2954004 w 3904481"/>
                <a:gd name="connsiteY6" fmla="*/ 2680673 h 3411460"/>
                <a:gd name="connsiteX7" fmla="*/ 3664508 w 3904481"/>
                <a:gd name="connsiteY7" fmla="*/ 2047754 h 3411460"/>
                <a:gd name="connsiteX8" fmla="*/ 3904481 w 3904481"/>
                <a:gd name="connsiteY8" fmla="*/ 1368033 h 3411460"/>
                <a:gd name="connsiteX9" fmla="*/ 3596499 w 3904481"/>
                <a:gd name="connsiteY9" fmla="*/ 52268 h 341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4481" h="3411460">
                  <a:moveTo>
                    <a:pt x="3564894" y="0"/>
                  </a:moveTo>
                  <a:lnTo>
                    <a:pt x="0" y="0"/>
                  </a:lnTo>
                  <a:lnTo>
                    <a:pt x="0" y="2659993"/>
                  </a:lnTo>
                  <a:lnTo>
                    <a:pt x="1876" y="2662425"/>
                  </a:lnTo>
                  <a:cubicBezTo>
                    <a:pt x="424055" y="3184544"/>
                    <a:pt x="889346" y="3411460"/>
                    <a:pt x="1514161" y="3411460"/>
                  </a:cubicBezTo>
                  <a:cubicBezTo>
                    <a:pt x="1982808" y="3411460"/>
                    <a:pt x="2326661" y="3170014"/>
                    <a:pt x="2797788" y="2801744"/>
                  </a:cubicBezTo>
                  <a:cubicBezTo>
                    <a:pt x="2850420" y="2760595"/>
                    <a:pt x="2903054" y="2719940"/>
                    <a:pt x="2954004" y="2680673"/>
                  </a:cubicBezTo>
                  <a:cubicBezTo>
                    <a:pt x="3230156" y="2467586"/>
                    <a:pt x="3490946" y="2266297"/>
                    <a:pt x="3664508" y="2047754"/>
                  </a:cubicBezTo>
                  <a:cubicBezTo>
                    <a:pt x="3830437" y="1838832"/>
                    <a:pt x="3904481" y="1629214"/>
                    <a:pt x="3904481" y="1368033"/>
                  </a:cubicBezTo>
                  <a:cubicBezTo>
                    <a:pt x="3904481" y="877057"/>
                    <a:pt x="3796872" y="423228"/>
                    <a:pt x="3596499" y="52268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0302A25-2D4F-4AD5-B0E9-C12184C3599E}"/>
              </a:ext>
            </a:extLst>
          </p:cNvPr>
          <p:cNvGrpSpPr/>
          <p:nvPr/>
        </p:nvGrpSpPr>
        <p:grpSpPr>
          <a:xfrm>
            <a:off x="-1" y="1355238"/>
            <a:ext cx="4381339" cy="5510713"/>
            <a:chOff x="0" y="1347287"/>
            <a:chExt cx="4259808" cy="5510713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227AF03-773A-4B1E-8FED-67198038E60D}"/>
                </a:ext>
              </a:extLst>
            </p:cNvPr>
            <p:cNvSpPr/>
            <p:nvPr/>
          </p:nvSpPr>
          <p:spPr>
            <a:xfrm>
              <a:off x="0" y="1676545"/>
              <a:ext cx="4174269" cy="5181455"/>
            </a:xfrm>
            <a:custGeom>
              <a:avLst/>
              <a:gdLst>
                <a:gd name="connsiteX0" fmla="*/ 1155130 w 4174269"/>
                <a:gd name="connsiteY0" fmla="*/ 990 h 5181455"/>
                <a:gd name="connsiteX1" fmla="*/ 2396955 w 4174269"/>
                <a:gd name="connsiteY1" fmla="*/ 367328 h 5181455"/>
                <a:gd name="connsiteX2" fmla="*/ 3827960 w 4174269"/>
                <a:gd name="connsiteY2" fmla="*/ 4749328 h 5181455"/>
                <a:gd name="connsiteX3" fmla="*/ 3561502 w 4174269"/>
                <a:gd name="connsiteY3" fmla="*/ 5090948 h 5181455"/>
                <a:gd name="connsiteX4" fmla="*/ 3452726 w 4174269"/>
                <a:gd name="connsiteY4" fmla="*/ 5181455 h 5181455"/>
                <a:gd name="connsiteX5" fmla="*/ 0 w 4174269"/>
                <a:gd name="connsiteY5" fmla="*/ 5181455 h 5181455"/>
                <a:gd name="connsiteX6" fmla="*/ 0 w 4174269"/>
                <a:gd name="connsiteY6" fmla="*/ 251605 h 5181455"/>
                <a:gd name="connsiteX7" fmla="*/ 157396 w 4174269"/>
                <a:gd name="connsiteY7" fmla="*/ 182600 h 5181455"/>
                <a:gd name="connsiteX8" fmla="*/ 1155130 w 4174269"/>
                <a:gd name="connsiteY8" fmla="*/ 990 h 5181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74269" h="5181455">
                  <a:moveTo>
                    <a:pt x="1155130" y="990"/>
                  </a:moveTo>
                  <a:cubicBezTo>
                    <a:pt x="1564667" y="12730"/>
                    <a:pt x="1984593" y="129250"/>
                    <a:pt x="2396955" y="367328"/>
                  </a:cubicBezTo>
                  <a:cubicBezTo>
                    <a:pt x="3871760" y="1218807"/>
                    <a:pt x="4678347" y="3276416"/>
                    <a:pt x="3827960" y="4749328"/>
                  </a:cubicBezTo>
                  <a:cubicBezTo>
                    <a:pt x="3748235" y="4887417"/>
                    <a:pt x="3658928" y="4998272"/>
                    <a:pt x="3561502" y="5090948"/>
                  </a:cubicBezTo>
                  <a:lnTo>
                    <a:pt x="3452726" y="5181455"/>
                  </a:lnTo>
                  <a:lnTo>
                    <a:pt x="0" y="5181455"/>
                  </a:lnTo>
                  <a:lnTo>
                    <a:pt x="0" y="251605"/>
                  </a:lnTo>
                  <a:lnTo>
                    <a:pt x="157396" y="182600"/>
                  </a:lnTo>
                  <a:cubicBezTo>
                    <a:pt x="475610" y="54980"/>
                    <a:pt x="811718" y="-8854"/>
                    <a:pt x="1155130" y="990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D6FE8FAD-8A4A-49E1-AFAF-A074482295A9}"/>
                </a:ext>
              </a:extLst>
            </p:cNvPr>
            <p:cNvSpPr/>
            <p:nvPr/>
          </p:nvSpPr>
          <p:spPr>
            <a:xfrm>
              <a:off x="0" y="1347287"/>
              <a:ext cx="4259808" cy="5510713"/>
            </a:xfrm>
            <a:custGeom>
              <a:avLst/>
              <a:gdLst>
                <a:gd name="connsiteX0" fmla="*/ 948905 w 4259808"/>
                <a:gd name="connsiteY0" fmla="*/ 1556 h 5510713"/>
                <a:gd name="connsiteX1" fmla="*/ 2304106 w 4259808"/>
                <a:gd name="connsiteY1" fmla="*/ 405867 h 5510713"/>
                <a:gd name="connsiteX2" fmla="*/ 3890982 w 4259808"/>
                <a:gd name="connsiteY2" fmla="*/ 5156588 h 5510713"/>
                <a:gd name="connsiteX3" fmla="*/ 3680329 w 4259808"/>
                <a:gd name="connsiteY3" fmla="*/ 5445948 h 5510713"/>
                <a:gd name="connsiteX4" fmla="*/ 3616504 w 4259808"/>
                <a:gd name="connsiteY4" fmla="*/ 5510713 h 5510713"/>
                <a:gd name="connsiteX5" fmla="*/ 0 w 4259808"/>
                <a:gd name="connsiteY5" fmla="*/ 5510713 h 5510713"/>
                <a:gd name="connsiteX6" fmla="*/ 0 w 4259808"/>
                <a:gd name="connsiteY6" fmla="*/ 144797 h 5510713"/>
                <a:gd name="connsiteX7" fmla="*/ 164164 w 4259808"/>
                <a:gd name="connsiteY7" fmla="*/ 92266 h 5510713"/>
                <a:gd name="connsiteX8" fmla="*/ 948905 w 4259808"/>
                <a:gd name="connsiteY8" fmla="*/ 1556 h 55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9808" h="5510713">
                  <a:moveTo>
                    <a:pt x="948905" y="1556"/>
                  </a:moveTo>
                  <a:cubicBezTo>
                    <a:pt x="1395136" y="16867"/>
                    <a:pt x="1853354" y="145625"/>
                    <a:pt x="2304106" y="405867"/>
                  </a:cubicBezTo>
                  <a:cubicBezTo>
                    <a:pt x="3916211" y="1336616"/>
                    <a:pt x="4808028" y="3568218"/>
                    <a:pt x="3890982" y="5156588"/>
                  </a:cubicBezTo>
                  <a:cubicBezTo>
                    <a:pt x="3826502" y="5268272"/>
                    <a:pt x="3756052" y="5363347"/>
                    <a:pt x="3680329" y="5445948"/>
                  </a:cubicBezTo>
                  <a:lnTo>
                    <a:pt x="3616504" y="5510713"/>
                  </a:lnTo>
                  <a:lnTo>
                    <a:pt x="0" y="5510713"/>
                  </a:lnTo>
                  <a:lnTo>
                    <a:pt x="0" y="144797"/>
                  </a:lnTo>
                  <a:lnTo>
                    <a:pt x="164164" y="92266"/>
                  </a:lnTo>
                  <a:cubicBezTo>
                    <a:pt x="418657" y="23914"/>
                    <a:pt x="681631" y="-7614"/>
                    <a:pt x="948905" y="1556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A7C4DFB-FDFD-4F28-8B00-287EB75C79EB}"/>
                </a:ext>
              </a:extLst>
            </p:cNvPr>
            <p:cNvSpPr/>
            <p:nvPr/>
          </p:nvSpPr>
          <p:spPr>
            <a:xfrm>
              <a:off x="0" y="1592806"/>
              <a:ext cx="4029221" cy="5265194"/>
            </a:xfrm>
            <a:custGeom>
              <a:avLst/>
              <a:gdLst>
                <a:gd name="connsiteX0" fmla="*/ 812878 w 4029221"/>
                <a:gd name="connsiteY0" fmla="*/ 840 h 5265194"/>
                <a:gd name="connsiteX1" fmla="*/ 960980 w 4029221"/>
                <a:gd name="connsiteY1" fmla="*/ 1442 h 5265194"/>
                <a:gd name="connsiteX2" fmla="*/ 2216856 w 4029221"/>
                <a:gd name="connsiteY2" fmla="*/ 376120 h 5265194"/>
                <a:gd name="connsiteX3" fmla="*/ 3687427 w 4029221"/>
                <a:gd name="connsiteY3" fmla="*/ 4778650 h 5265194"/>
                <a:gd name="connsiteX4" fmla="*/ 3267677 w 4029221"/>
                <a:gd name="connsiteY4" fmla="*/ 5245601 h 5265194"/>
                <a:gd name="connsiteX5" fmla="*/ 3237167 w 4029221"/>
                <a:gd name="connsiteY5" fmla="*/ 5265194 h 5265194"/>
                <a:gd name="connsiteX6" fmla="*/ 0 w 4029221"/>
                <a:gd name="connsiteY6" fmla="*/ 5265194 h 5265194"/>
                <a:gd name="connsiteX7" fmla="*/ 0 w 4029221"/>
                <a:gd name="connsiteY7" fmla="*/ 162790 h 5265194"/>
                <a:gd name="connsiteX8" fmla="*/ 58408 w 4029221"/>
                <a:gd name="connsiteY8" fmla="*/ 139352 h 5265194"/>
                <a:gd name="connsiteX9" fmla="*/ 812878 w 4029221"/>
                <a:gd name="connsiteY9" fmla="*/ 840 h 52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29221" h="5265194">
                  <a:moveTo>
                    <a:pt x="812878" y="840"/>
                  </a:moveTo>
                  <a:cubicBezTo>
                    <a:pt x="862065" y="-449"/>
                    <a:pt x="911443" y="-258"/>
                    <a:pt x="960980" y="1442"/>
                  </a:cubicBezTo>
                  <a:cubicBezTo>
                    <a:pt x="1374507" y="15631"/>
                    <a:pt x="1799140" y="134952"/>
                    <a:pt x="2216856" y="376120"/>
                  </a:cubicBezTo>
                  <a:cubicBezTo>
                    <a:pt x="3710806" y="1238652"/>
                    <a:pt x="4537261" y="3306696"/>
                    <a:pt x="3687427" y="4778650"/>
                  </a:cubicBezTo>
                  <a:cubicBezTo>
                    <a:pt x="3567917" y="4985647"/>
                    <a:pt x="3426282" y="5131074"/>
                    <a:pt x="3267677" y="5245601"/>
                  </a:cubicBezTo>
                  <a:lnTo>
                    <a:pt x="3237167" y="5265194"/>
                  </a:lnTo>
                  <a:lnTo>
                    <a:pt x="0" y="5265194"/>
                  </a:lnTo>
                  <a:lnTo>
                    <a:pt x="0" y="162790"/>
                  </a:lnTo>
                  <a:lnTo>
                    <a:pt x="58408" y="139352"/>
                  </a:lnTo>
                  <a:cubicBezTo>
                    <a:pt x="301661" y="55163"/>
                    <a:pt x="554646" y="7607"/>
                    <a:pt x="812878" y="840"/>
                  </a:cubicBezTo>
                  <a:close/>
                </a:path>
              </a:pathLst>
            </a:custGeom>
            <a:noFill/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6E867DF-0B62-429A-A554-CBE585048439}"/>
                </a:ext>
              </a:extLst>
            </p:cNvPr>
            <p:cNvSpPr/>
            <p:nvPr/>
          </p:nvSpPr>
          <p:spPr>
            <a:xfrm>
              <a:off x="0" y="2147333"/>
              <a:ext cx="3702048" cy="4710667"/>
            </a:xfrm>
            <a:custGeom>
              <a:avLst/>
              <a:gdLst>
                <a:gd name="connsiteX0" fmla="*/ 1057511 w 3702048"/>
                <a:gd name="connsiteY0" fmla="*/ 1243 h 4710667"/>
                <a:gd name="connsiteX1" fmla="*/ 2139959 w 3702048"/>
                <a:gd name="connsiteY1" fmla="*/ 324180 h 4710667"/>
                <a:gd name="connsiteX2" fmla="*/ 3407455 w 3702048"/>
                <a:gd name="connsiteY2" fmla="*/ 4118750 h 4710667"/>
                <a:gd name="connsiteX3" fmla="*/ 2754080 w 3702048"/>
                <a:gd name="connsiteY3" fmla="*/ 4690965 h 4710667"/>
                <a:gd name="connsiteX4" fmla="*/ 2711405 w 3702048"/>
                <a:gd name="connsiteY4" fmla="*/ 4710667 h 4710667"/>
                <a:gd name="connsiteX5" fmla="*/ 0 w 3702048"/>
                <a:gd name="connsiteY5" fmla="*/ 4710667 h 4710667"/>
                <a:gd name="connsiteX6" fmla="*/ 0 w 3702048"/>
                <a:gd name="connsiteY6" fmla="*/ 239601 h 4710667"/>
                <a:gd name="connsiteX7" fmla="*/ 72857 w 3702048"/>
                <a:gd name="connsiteY7" fmla="*/ 203063 h 4710667"/>
                <a:gd name="connsiteX8" fmla="*/ 1057511 w 3702048"/>
                <a:gd name="connsiteY8" fmla="*/ 1243 h 4710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2048" h="4710667">
                  <a:moveTo>
                    <a:pt x="1057511" y="1243"/>
                  </a:moveTo>
                  <a:cubicBezTo>
                    <a:pt x="1413932" y="13473"/>
                    <a:pt x="1779927" y="116316"/>
                    <a:pt x="2139959" y="324180"/>
                  </a:cubicBezTo>
                  <a:cubicBezTo>
                    <a:pt x="3427605" y="1067603"/>
                    <a:pt x="4139931" y="2850064"/>
                    <a:pt x="3407455" y="4118750"/>
                  </a:cubicBezTo>
                  <a:cubicBezTo>
                    <a:pt x="3235777" y="4416105"/>
                    <a:pt x="3011128" y="4566048"/>
                    <a:pt x="2754080" y="4690965"/>
                  </a:cubicBezTo>
                  <a:lnTo>
                    <a:pt x="2711405" y="4710667"/>
                  </a:lnTo>
                  <a:lnTo>
                    <a:pt x="0" y="4710667"/>
                  </a:lnTo>
                  <a:lnTo>
                    <a:pt x="0" y="239601"/>
                  </a:lnTo>
                  <a:lnTo>
                    <a:pt x="72857" y="203063"/>
                  </a:lnTo>
                  <a:cubicBezTo>
                    <a:pt x="383165" y="61024"/>
                    <a:pt x="715942" y="-10476"/>
                    <a:pt x="1057511" y="1243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4296" y="3420734"/>
            <a:ext cx="6665976" cy="2129674"/>
          </a:xfrm>
        </p:spPr>
        <p:txBody>
          <a:bodyPr anchor="b">
            <a:noAutofit/>
          </a:bodyPr>
          <a:lstStyle>
            <a:lvl1pPr algn="l">
              <a:lnSpc>
                <a:spcPct val="110000"/>
              </a:lnSpc>
              <a:defRPr sz="480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E197B67B-BA44-4D2A-B31D-35A89323C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6" y="6170490"/>
            <a:ext cx="5713314" cy="457200"/>
          </a:xfrm>
        </p:spPr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1D718595-24D3-4517-A62E-C1F49340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4295" y="5550408"/>
            <a:ext cx="6665975" cy="512064"/>
          </a:xfr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spcBef>
                <a:spcPts val="0"/>
              </a:spcBef>
              <a:buNone/>
              <a:defRPr sz="20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3C6217BB-A228-414D-92D9-E1D1EFEB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" y="6170491"/>
            <a:ext cx="2840083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2/3/20XX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7955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3029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C1D6427-F07F-4D50-B151-455100AF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79EFBB2-C5E0-4D57-AB1D-3AA907EC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AE6B7E1-F60B-4D08-9052-423D6FBF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124929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1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1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30290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30290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771BF97-4D2A-43A4-8CDC-2250017EB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020661A-DA07-4679-9226-945B5DD2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EFCE38B-E087-4988-BC3A-FE3B55E70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D3BC439C-E995-4E1F-8DE9-75C32785E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079201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F30096C-3491-4EF2-ABB2-D57F3F4B5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DA3A85-7147-4F32-944A-B079AF51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EDDF50D-95C0-4DA2-BBC6-41774FAC1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5131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BEFCA-6D6F-4F26-823F-C86CA694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EE2C9-E87D-4495-9EDA-6BC0EDC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557A9-903F-4B36-8B06-D9EADF230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047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  <p15:guide id="2" pos="1272" userDrawn="1">
          <p15:clr>
            <a:srgbClr val="FBAE40"/>
          </p15:clr>
        </p15:guide>
        <p15:guide id="3" pos="2928" userDrawn="1">
          <p15:clr>
            <a:srgbClr val="FBAE40"/>
          </p15:clr>
        </p15:guide>
        <p15:guide id="4" pos="4584" userDrawn="1">
          <p15:clr>
            <a:srgbClr val="FBAE40"/>
          </p15:clr>
        </p15:guide>
        <p15:guide id="5" pos="626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640080"/>
            <a:ext cx="3227715" cy="2551751"/>
          </a:xfrm>
        </p:spPr>
        <p:txBody>
          <a:bodyPr anchor="b">
            <a:norm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0160" y="640080"/>
            <a:ext cx="6949440" cy="5455919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3"/>
            <a:ext cx="3227715" cy="2872197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B904BE8-2080-4FFA-9239-A8929E28FA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D5580C6-5CD7-4CDD-977D-0533C84F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949440" cy="457200"/>
          </a:xfrm>
        </p:spPr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18D0320-9B66-443F-8E28-8BCF07E0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59682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102651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1503910"/>
            <a:ext cx="3230625" cy="1687924"/>
          </a:xfrm>
        </p:spPr>
        <p:txBody>
          <a:bodyPr anchor="b">
            <a:no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6"/>
            <a:ext cx="3227832" cy="2872194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1C2A9DB-B176-4069-8734-5B4ED352BA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30F9A2F-C2C4-4E1C-B4B3-07ED84F28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464410" cy="45720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BFA0A0-2117-4A10-9DAA-080C21559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34024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397E4A-EB6A-4FA6-AA4F-69EA0C70F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A2F5D-7AC4-4F91-965A-7B6A45D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E8B86-CDB8-482F-9D9F-1BFDA3638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5100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278450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AED7D4B-97B3-4766-A7B9-D67E5D26120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3" name="Title 42">
            <a:extLst>
              <a:ext uri="{FF2B5EF4-FFF2-40B4-BE49-F238E27FC236}">
                <a16:creationId xmlns:a16="http://schemas.microsoft.com/office/drawing/2014/main" id="{F6B9C4AD-0A5C-4CF8-8BBB-04DDB63051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93372" y="982436"/>
            <a:ext cx="9405257" cy="4893128"/>
          </a:xfrm>
          <a:custGeom>
            <a:avLst/>
            <a:gdLst>
              <a:gd name="connsiteX0" fmla="*/ 1904725 w 4453151"/>
              <a:gd name="connsiteY0" fmla="*/ 0 h 4028034"/>
              <a:gd name="connsiteX1" fmla="*/ 2839696 w 4453151"/>
              <a:gd name="connsiteY1" fmla="*/ 173112 h 4028034"/>
              <a:gd name="connsiteX2" fmla="*/ 3670313 w 4453151"/>
              <a:gd name="connsiteY2" fmla="*/ 648665 h 4028034"/>
              <a:gd name="connsiteX3" fmla="*/ 4244827 w 4453151"/>
              <a:gd name="connsiteY3" fmla="*/ 1334400 h 4028034"/>
              <a:gd name="connsiteX4" fmla="*/ 4453151 w 4453151"/>
              <a:gd name="connsiteY4" fmla="*/ 2132445 h 4028034"/>
              <a:gd name="connsiteX5" fmla="*/ 4108366 w 4453151"/>
              <a:gd name="connsiteY5" fmla="*/ 2873461 h 4028034"/>
              <a:gd name="connsiteX6" fmla="*/ 3934636 w 4453151"/>
              <a:gd name="connsiteY6" fmla="*/ 3108662 h 4028034"/>
              <a:gd name="connsiteX7" fmla="*/ 2304458 w 4453151"/>
              <a:gd name="connsiteY7" fmla="*/ 4028034 h 4028034"/>
              <a:gd name="connsiteX8" fmla="*/ 1066940 w 4453151"/>
              <a:gd name="connsiteY8" fmla="*/ 3462430 h 4028034"/>
              <a:gd name="connsiteX9" fmla="*/ 916336 w 4453151"/>
              <a:gd name="connsiteY9" fmla="*/ 3350118 h 4028034"/>
              <a:gd name="connsiteX10" fmla="*/ 231353 w 4453151"/>
              <a:gd name="connsiteY10" fmla="*/ 2762989 h 4028034"/>
              <a:gd name="connsiteX11" fmla="*/ 0 w 4453151"/>
              <a:gd name="connsiteY11" fmla="*/ 2132445 h 4028034"/>
              <a:gd name="connsiteX12" fmla="*/ 519376 w 4453151"/>
              <a:gd name="connsiteY12" fmla="*/ 594947 h 4028034"/>
              <a:gd name="connsiteX13" fmla="*/ 1103636 w 4453151"/>
              <a:gd name="connsiteY13" fmla="*/ 160879 h 4028034"/>
              <a:gd name="connsiteX14" fmla="*/ 1904725 w 4453151"/>
              <a:gd name="connsiteY14" fmla="*/ 0 h 4028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453151" h="4028034">
                <a:moveTo>
                  <a:pt x="1904725" y="0"/>
                </a:moveTo>
                <a:cubicBezTo>
                  <a:pt x="2215204" y="0"/>
                  <a:pt x="2529887" y="58226"/>
                  <a:pt x="2839696" y="173112"/>
                </a:cubicBezTo>
                <a:cubicBezTo>
                  <a:pt x="3141383" y="284780"/>
                  <a:pt x="3428543" y="449245"/>
                  <a:pt x="3670313" y="648665"/>
                </a:cubicBezTo>
                <a:cubicBezTo>
                  <a:pt x="3916289" y="851489"/>
                  <a:pt x="4109608" y="1082273"/>
                  <a:pt x="4244827" y="1334400"/>
                </a:cubicBezTo>
                <a:cubicBezTo>
                  <a:pt x="4383010" y="1592136"/>
                  <a:pt x="4453151" y="1860636"/>
                  <a:pt x="4453151" y="2132445"/>
                </a:cubicBezTo>
                <a:cubicBezTo>
                  <a:pt x="4453151" y="2406187"/>
                  <a:pt x="4341249" y="2566053"/>
                  <a:pt x="4108366" y="2873461"/>
                </a:cubicBezTo>
                <a:cubicBezTo>
                  <a:pt x="4052176" y="2947600"/>
                  <a:pt x="3994075" y="3024314"/>
                  <a:pt x="3934636" y="3108662"/>
                </a:cubicBezTo>
                <a:cubicBezTo>
                  <a:pt x="3480433" y="3753096"/>
                  <a:pt x="2992881" y="4028034"/>
                  <a:pt x="2304458" y="4028034"/>
                </a:cubicBezTo>
                <a:cubicBezTo>
                  <a:pt x="1852645" y="4028034"/>
                  <a:pt x="1521143" y="3804056"/>
                  <a:pt x="1066940" y="3462430"/>
                </a:cubicBezTo>
                <a:cubicBezTo>
                  <a:pt x="1016198" y="3424258"/>
                  <a:pt x="965455" y="3386544"/>
                  <a:pt x="916336" y="3350118"/>
                </a:cubicBezTo>
                <a:cubicBezTo>
                  <a:pt x="650103" y="3152447"/>
                  <a:pt x="398681" y="2965721"/>
                  <a:pt x="231353" y="2762989"/>
                </a:cubicBezTo>
                <a:cubicBezTo>
                  <a:pt x="71384" y="2569182"/>
                  <a:pt x="0" y="2374730"/>
                  <a:pt x="0" y="2132445"/>
                </a:cubicBezTo>
                <a:cubicBezTo>
                  <a:pt x="0" y="1525172"/>
                  <a:pt x="184432" y="979159"/>
                  <a:pt x="519376" y="594947"/>
                </a:cubicBezTo>
                <a:cubicBezTo>
                  <a:pt x="683262" y="407026"/>
                  <a:pt x="879831" y="260956"/>
                  <a:pt x="1103636" y="160879"/>
                </a:cubicBezTo>
                <a:cubicBezTo>
                  <a:pt x="1342444" y="54178"/>
                  <a:pt x="1611926" y="0"/>
                  <a:pt x="1904725" y="0"/>
                </a:cubicBezTo>
                <a:close/>
              </a:path>
            </a:pathLst>
          </a:custGeom>
          <a:solidFill>
            <a:schemeClr val="bg1">
              <a:alpha val="90000"/>
            </a:schemeClr>
          </a:solidFill>
          <a:ln w="317500">
            <a:noFill/>
          </a:ln>
          <a:effectLst>
            <a:outerShdw sx="107000" sy="107000" algn="ctr" rotWithShape="0">
              <a:schemeClr val="bg1"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bIns="365760" rtlCol="0" anchor="ctr">
            <a:noAutofit/>
          </a:bodyPr>
          <a:lstStyle>
            <a:lvl1pPr algn="ctr">
              <a:lnSpc>
                <a:spcPct val="100000"/>
              </a:lnSpc>
              <a:defRPr lang="en-US" sz="4800" b="1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algn="ctr"/>
            <a:r>
              <a:rPr lang="en-US" sz="4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C62D05-8038-E141-9539-6BB79F592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1300000" flipH="1">
            <a:off x="825194" y="576713"/>
            <a:ext cx="10456673" cy="5772428"/>
          </a:xfrm>
          <a:custGeom>
            <a:avLst/>
            <a:gdLst>
              <a:gd name="connsiteX0" fmla="*/ 2180840 w 3810827"/>
              <a:gd name="connsiteY0" fmla="*/ 0 h 3634591"/>
              <a:gd name="connsiteX1" fmla="*/ 2866380 w 3810827"/>
              <a:gd name="connsiteY1" fmla="*/ 145165 h 3634591"/>
              <a:gd name="connsiteX2" fmla="*/ 3366366 w 3810827"/>
              <a:gd name="connsiteY2" fmla="*/ 536835 h 3634591"/>
              <a:gd name="connsiteX3" fmla="*/ 3810827 w 3810827"/>
              <a:gd name="connsiteY3" fmla="*/ 1924156 h 3634591"/>
              <a:gd name="connsiteX4" fmla="*/ 3612844 w 3810827"/>
              <a:gd name="connsiteY4" fmla="*/ 2493111 h 3634591"/>
              <a:gd name="connsiteX5" fmla="*/ 3026664 w 3810827"/>
              <a:gd name="connsiteY5" fmla="*/ 3022891 h 3634591"/>
              <a:gd name="connsiteX6" fmla="*/ 2897783 w 3810827"/>
              <a:gd name="connsiteY6" fmla="*/ 3124233 h 3634591"/>
              <a:gd name="connsiteX7" fmla="*/ 1838765 w 3810827"/>
              <a:gd name="connsiteY7" fmla="*/ 3634591 h 3634591"/>
              <a:gd name="connsiteX8" fmla="*/ 443724 w 3810827"/>
              <a:gd name="connsiteY8" fmla="*/ 2805020 h 3634591"/>
              <a:gd name="connsiteX9" fmla="*/ 295053 w 3810827"/>
              <a:gd name="connsiteY9" fmla="*/ 2592792 h 3634591"/>
              <a:gd name="connsiteX10" fmla="*/ 0 w 3810827"/>
              <a:gd name="connsiteY10" fmla="*/ 1924156 h 3634591"/>
              <a:gd name="connsiteX11" fmla="*/ 178275 w 3810827"/>
              <a:gd name="connsiteY11" fmla="*/ 1204061 h 3634591"/>
              <a:gd name="connsiteX12" fmla="*/ 669921 w 3810827"/>
              <a:gd name="connsiteY12" fmla="*/ 585306 h 3634591"/>
              <a:gd name="connsiteX13" fmla="*/ 1380730 w 3810827"/>
              <a:gd name="connsiteY13" fmla="*/ 156203 h 3634591"/>
              <a:gd name="connsiteX14" fmla="*/ 2180840 w 3810827"/>
              <a:gd name="connsiteY14" fmla="*/ 0 h 36345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10827" h="3634591">
                <a:moveTo>
                  <a:pt x="2180840" y="0"/>
                </a:moveTo>
                <a:cubicBezTo>
                  <a:pt x="2431406" y="0"/>
                  <a:pt x="2662018" y="48886"/>
                  <a:pt x="2866380" y="145165"/>
                </a:cubicBezTo>
                <a:cubicBezTo>
                  <a:pt x="3057903" y="235467"/>
                  <a:pt x="3226119" y="367269"/>
                  <a:pt x="3366366" y="536835"/>
                </a:cubicBezTo>
                <a:cubicBezTo>
                  <a:pt x="3652997" y="883519"/>
                  <a:pt x="3810827" y="1376199"/>
                  <a:pt x="3810827" y="1924156"/>
                </a:cubicBezTo>
                <a:cubicBezTo>
                  <a:pt x="3810827" y="2142775"/>
                  <a:pt x="3749739" y="2318234"/>
                  <a:pt x="3612844" y="2493111"/>
                </a:cubicBezTo>
                <a:cubicBezTo>
                  <a:pt x="3469652" y="2676041"/>
                  <a:pt x="3254495" y="2844528"/>
                  <a:pt x="3026664" y="3022891"/>
                </a:cubicBezTo>
                <a:cubicBezTo>
                  <a:pt x="2984630" y="3055759"/>
                  <a:pt x="2941206" y="3089789"/>
                  <a:pt x="2897783" y="3124233"/>
                </a:cubicBezTo>
                <a:cubicBezTo>
                  <a:pt x="2509094" y="3432490"/>
                  <a:pt x="2225408" y="3634591"/>
                  <a:pt x="1838765" y="3634591"/>
                </a:cubicBezTo>
                <a:cubicBezTo>
                  <a:pt x="1249640" y="3634591"/>
                  <a:pt x="832413" y="3386508"/>
                  <a:pt x="443724" y="2805020"/>
                </a:cubicBezTo>
                <a:cubicBezTo>
                  <a:pt x="392859" y="2728910"/>
                  <a:pt x="343138" y="2659690"/>
                  <a:pt x="295053" y="2592792"/>
                </a:cubicBezTo>
                <a:cubicBezTo>
                  <a:pt x="95761" y="2315411"/>
                  <a:pt x="0" y="2171160"/>
                  <a:pt x="0" y="1924156"/>
                </a:cubicBezTo>
                <a:cubicBezTo>
                  <a:pt x="0" y="1678896"/>
                  <a:pt x="60024" y="1436622"/>
                  <a:pt x="178275" y="1204061"/>
                </a:cubicBezTo>
                <a:cubicBezTo>
                  <a:pt x="293990" y="976561"/>
                  <a:pt x="459425" y="768319"/>
                  <a:pt x="669921" y="585306"/>
                </a:cubicBezTo>
                <a:cubicBezTo>
                  <a:pt x="876818" y="405365"/>
                  <a:pt x="1122558" y="256964"/>
                  <a:pt x="1380730" y="156203"/>
                </a:cubicBezTo>
                <a:cubicBezTo>
                  <a:pt x="1645852" y="52539"/>
                  <a:pt x="1915145" y="0"/>
                  <a:pt x="2180840" y="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33870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  <p15:guide id="2" pos="1272">
          <p15:clr>
            <a:srgbClr val="FBAE40"/>
          </p15:clr>
        </p15:guide>
        <p15:guide id="3" pos="2928">
          <p15:clr>
            <a:srgbClr val="FBAE40"/>
          </p15:clr>
        </p15:guide>
        <p15:guide id="4" pos="4584">
          <p15:clr>
            <a:srgbClr val="FBAE40"/>
          </p15:clr>
        </p15:guide>
        <p15:guide id="5" pos="626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818CF2B-9954-660F-DC90-3C71AD230F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961" y="3374038"/>
            <a:ext cx="5810040" cy="3483963"/>
          </a:xfrm>
          <a:custGeom>
            <a:avLst/>
            <a:gdLst>
              <a:gd name="connsiteX0" fmla="*/ 2850823 w 5810040"/>
              <a:gd name="connsiteY0" fmla="*/ 209 h 3483963"/>
              <a:gd name="connsiteX1" fmla="*/ 4466116 w 5810040"/>
              <a:gd name="connsiteY1" fmla="*/ 613235 h 3483963"/>
              <a:gd name="connsiteX2" fmla="*/ 4816577 w 5810040"/>
              <a:gd name="connsiteY2" fmla="*/ 845572 h 3483963"/>
              <a:gd name="connsiteX3" fmla="*/ 5668539 w 5810040"/>
              <a:gd name="connsiteY3" fmla="*/ 1681636 h 3483963"/>
              <a:gd name="connsiteX4" fmla="*/ 5768074 w 5810040"/>
              <a:gd name="connsiteY4" fmla="*/ 1966105 h 3483963"/>
              <a:gd name="connsiteX5" fmla="*/ 5810040 w 5810040"/>
              <a:gd name="connsiteY5" fmla="*/ 2154042 h 3483963"/>
              <a:gd name="connsiteX6" fmla="*/ 5810040 w 5810040"/>
              <a:gd name="connsiteY6" fmla="*/ 3285715 h 3483963"/>
              <a:gd name="connsiteX7" fmla="*/ 5768053 w 5810040"/>
              <a:gd name="connsiteY7" fmla="*/ 3483963 h 3483963"/>
              <a:gd name="connsiteX8" fmla="*/ 3449 w 5810040"/>
              <a:gd name="connsiteY8" fmla="*/ 3483963 h 3483963"/>
              <a:gd name="connsiteX9" fmla="*/ 0 w 5810040"/>
              <a:gd name="connsiteY9" fmla="*/ 3364144 h 3483963"/>
              <a:gd name="connsiteX10" fmla="*/ 52711 w 5810040"/>
              <a:gd name="connsiteY10" fmla="*/ 2988522 h 3483963"/>
              <a:gd name="connsiteX11" fmla="*/ 570593 w 5810040"/>
              <a:gd name="connsiteY11" fmla="*/ 1833807 h 3483963"/>
              <a:gd name="connsiteX12" fmla="*/ 694028 w 5810040"/>
              <a:gd name="connsiteY12" fmla="*/ 1602864 h 3483963"/>
              <a:gd name="connsiteX13" fmla="*/ 1912097 w 5810040"/>
              <a:gd name="connsiteY13" fmla="*/ 193702 h 3483963"/>
              <a:gd name="connsiteX14" fmla="*/ 2850823 w 5810040"/>
              <a:gd name="connsiteY14" fmla="*/ 209 h 3483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810040" h="3483963">
                <a:moveTo>
                  <a:pt x="2850823" y="209"/>
                </a:moveTo>
                <a:cubicBezTo>
                  <a:pt x="3365864" y="7542"/>
                  <a:pt x="3882931" y="208367"/>
                  <a:pt x="4466116" y="613235"/>
                </a:cubicBezTo>
                <a:cubicBezTo>
                  <a:pt x="4588233" y="698029"/>
                  <a:pt x="4704329" y="773069"/>
                  <a:pt x="4816577" y="845572"/>
                </a:cubicBezTo>
                <a:cubicBezTo>
                  <a:pt x="5281873" y="1146248"/>
                  <a:pt x="5512386" y="1307343"/>
                  <a:pt x="5668539" y="1681636"/>
                </a:cubicBezTo>
                <a:cubicBezTo>
                  <a:pt x="5707301" y="1774548"/>
                  <a:pt x="5740487" y="1869430"/>
                  <a:pt x="5768074" y="1966105"/>
                </a:cubicBezTo>
                <a:lnTo>
                  <a:pt x="5810040" y="2154042"/>
                </a:lnTo>
                <a:lnTo>
                  <a:pt x="5810040" y="3285715"/>
                </a:lnTo>
                <a:lnTo>
                  <a:pt x="5768053" y="3483963"/>
                </a:lnTo>
                <a:lnTo>
                  <a:pt x="3449" y="3483963"/>
                </a:lnTo>
                <a:lnTo>
                  <a:pt x="0" y="3364144"/>
                </a:lnTo>
                <a:cubicBezTo>
                  <a:pt x="1816" y="3242634"/>
                  <a:pt x="19482" y="3118716"/>
                  <a:pt x="52711" y="2988522"/>
                </a:cubicBezTo>
                <a:cubicBezTo>
                  <a:pt x="145386" y="2625354"/>
                  <a:pt x="351891" y="2240869"/>
                  <a:pt x="570593" y="1833807"/>
                </a:cubicBezTo>
                <a:cubicBezTo>
                  <a:pt x="610966" y="1758766"/>
                  <a:pt x="652628" y="1681129"/>
                  <a:pt x="694028" y="1602864"/>
                </a:cubicBezTo>
                <a:cubicBezTo>
                  <a:pt x="1064636" y="902397"/>
                  <a:pt x="1349589" y="425830"/>
                  <a:pt x="1912097" y="193702"/>
                </a:cubicBezTo>
                <a:cubicBezTo>
                  <a:pt x="2233505" y="61067"/>
                  <a:pt x="2541799" y="-4191"/>
                  <a:pt x="2850823" y="209"/>
                </a:cubicBezTo>
                <a:close/>
              </a:path>
            </a:pathLst>
          </a:custGeom>
          <a:blipFill dpi="0" rotWithShape="1">
            <a:blip r:embed="rId2" cstate="print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259330E-45A9-4294-A077-3852502CCB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913"/>
            <a:ext cx="5143500" cy="2300299"/>
          </a:xfrm>
        </p:spPr>
        <p:txBody>
          <a:bodyPr anchor="b"/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2C62FA-1489-8944-BFA6-37143436D1E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81037" y="2929358"/>
            <a:ext cx="5143500" cy="303488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292C5C6-6AF9-4248-B2DA-ACA4A1BD3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87255" y="-15240"/>
            <a:ext cx="3418080" cy="2896208"/>
          </a:xfrm>
          <a:custGeom>
            <a:avLst/>
            <a:gdLst>
              <a:gd name="connsiteX0" fmla="*/ 30625 w 3404592"/>
              <a:gd name="connsiteY0" fmla="*/ 0 h 2880968"/>
              <a:gd name="connsiteX1" fmla="*/ 3404591 w 3404592"/>
              <a:gd name="connsiteY1" fmla="*/ 0 h 2880968"/>
              <a:gd name="connsiteX2" fmla="*/ 3404592 w 3404592"/>
              <a:gd name="connsiteY2" fmla="*/ 2363677 h 2880968"/>
              <a:gd name="connsiteX3" fmla="*/ 3368234 w 3404592"/>
              <a:gd name="connsiteY3" fmla="*/ 2400463 h 2880968"/>
              <a:gd name="connsiteX4" fmla="*/ 2673169 w 3404592"/>
              <a:gd name="connsiteY4" fmla="*/ 2691710 h 2880968"/>
              <a:gd name="connsiteX5" fmla="*/ 2383908 w 3404592"/>
              <a:gd name="connsiteY5" fmla="*/ 2766733 h 2880968"/>
              <a:gd name="connsiteX6" fmla="*/ 580011 w 3404592"/>
              <a:gd name="connsiteY6" fmla="*/ 2455996 h 2880968"/>
              <a:gd name="connsiteX7" fmla="*/ 103935 w 3404592"/>
              <a:gd name="connsiteY7" fmla="*/ 1224395 h 2880968"/>
              <a:gd name="connsiteX8" fmla="*/ 76737 w 3404592"/>
              <a:gd name="connsiteY8" fmla="*/ 1040246 h 2880968"/>
              <a:gd name="connsiteX9" fmla="*/ 6986 w 3404592"/>
              <a:gd name="connsiteY9" fmla="*/ 142569 h 2880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04592" h="2880968">
                <a:moveTo>
                  <a:pt x="30625" y="0"/>
                </a:moveTo>
                <a:lnTo>
                  <a:pt x="3404591" y="0"/>
                </a:lnTo>
                <a:lnTo>
                  <a:pt x="3404592" y="2363677"/>
                </a:lnTo>
                <a:lnTo>
                  <a:pt x="3368234" y="2400463"/>
                </a:lnTo>
                <a:cubicBezTo>
                  <a:pt x="3196560" y="2556781"/>
                  <a:pt x="3007578" y="2609148"/>
                  <a:pt x="2673169" y="2691710"/>
                </a:cubicBezTo>
                <a:cubicBezTo>
                  <a:pt x="2580978" y="2714454"/>
                  <a:pt x="2485617" y="2738008"/>
                  <a:pt x="2383908" y="2766733"/>
                </a:cubicBezTo>
                <a:cubicBezTo>
                  <a:pt x="1606788" y="2986132"/>
                  <a:pt x="1067300" y="2893177"/>
                  <a:pt x="580011" y="2455996"/>
                </a:cubicBezTo>
                <a:cubicBezTo>
                  <a:pt x="260201" y="2169073"/>
                  <a:pt x="183906" y="1782048"/>
                  <a:pt x="103935" y="1224395"/>
                </a:cubicBezTo>
                <a:cubicBezTo>
                  <a:pt x="95007" y="1162089"/>
                  <a:pt x="85753" y="1100145"/>
                  <a:pt x="76737" y="1040246"/>
                </a:cubicBezTo>
                <a:cubicBezTo>
                  <a:pt x="28042" y="715402"/>
                  <a:pt x="-17905" y="408591"/>
                  <a:pt x="6986" y="142569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A499CB4-9592-40E3-B804-ECCA6B240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1772" y="-15240"/>
            <a:ext cx="3593564" cy="3044504"/>
          </a:xfrm>
          <a:custGeom>
            <a:avLst/>
            <a:gdLst>
              <a:gd name="connsiteX0" fmla="*/ 19381 w 3580076"/>
              <a:gd name="connsiteY0" fmla="*/ 0 h 3029264"/>
              <a:gd name="connsiteX1" fmla="*/ 3580076 w 3580076"/>
              <a:gd name="connsiteY1" fmla="*/ 0 h 3029264"/>
              <a:gd name="connsiteX2" fmla="*/ 3580076 w 3580076"/>
              <a:gd name="connsiteY2" fmla="*/ 2559343 h 3029264"/>
              <a:gd name="connsiteX3" fmla="*/ 3556258 w 3580076"/>
              <a:gd name="connsiteY3" fmla="*/ 2578706 h 3029264"/>
              <a:gd name="connsiteX4" fmla="*/ 2887450 w 3580076"/>
              <a:gd name="connsiteY4" fmla="*/ 2826324 h 3029264"/>
              <a:gd name="connsiteX5" fmla="*/ 2575407 w 3580076"/>
              <a:gd name="connsiteY5" fmla="*/ 2906908 h 3029264"/>
              <a:gd name="connsiteX6" fmla="*/ 628491 w 3580076"/>
              <a:gd name="connsiteY6" fmla="*/ 2569492 h 3029264"/>
              <a:gd name="connsiteX7" fmla="*/ 113276 w 3580076"/>
              <a:gd name="connsiteY7" fmla="*/ 1240251 h 3029264"/>
              <a:gd name="connsiteX8" fmla="*/ 83702 w 3580076"/>
              <a:gd name="connsiteY8" fmla="*/ 1041556 h 3029264"/>
              <a:gd name="connsiteX9" fmla="*/ 7347 w 3580076"/>
              <a:gd name="connsiteY9" fmla="*/ 73049 h 302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580076" h="3029264">
                <a:moveTo>
                  <a:pt x="19381" y="0"/>
                </a:moveTo>
                <a:lnTo>
                  <a:pt x="3580076" y="0"/>
                </a:lnTo>
                <a:lnTo>
                  <a:pt x="3580076" y="2559343"/>
                </a:lnTo>
                <a:lnTo>
                  <a:pt x="3556258" y="2578706"/>
                </a:lnTo>
                <a:cubicBezTo>
                  <a:pt x="3390615" y="2698133"/>
                  <a:pt x="3196665" y="2750327"/>
                  <a:pt x="2887450" y="2826324"/>
                </a:cubicBezTo>
                <a:cubicBezTo>
                  <a:pt x="2787996" y="2850747"/>
                  <a:pt x="2685123" y="2876042"/>
                  <a:pt x="2575407" y="2906908"/>
                </a:cubicBezTo>
                <a:cubicBezTo>
                  <a:pt x="1737105" y="3142655"/>
                  <a:pt x="1154843" y="3041718"/>
                  <a:pt x="628491" y="2569492"/>
                </a:cubicBezTo>
                <a:cubicBezTo>
                  <a:pt x="283045" y="2259569"/>
                  <a:pt x="200247" y="1841949"/>
                  <a:pt x="113276" y="1240251"/>
                </a:cubicBezTo>
                <a:cubicBezTo>
                  <a:pt x="103566" y="1173024"/>
                  <a:pt x="93505" y="1106186"/>
                  <a:pt x="83702" y="1041556"/>
                </a:cubicBezTo>
                <a:cubicBezTo>
                  <a:pt x="30763" y="691052"/>
                  <a:pt x="-19190" y="360006"/>
                  <a:pt x="7347" y="73049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A06B29-0534-404B-BF1A-C3EBA8B3EE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84771" y="3247617"/>
            <a:ext cx="6020564" cy="3631340"/>
          </a:xfrm>
          <a:custGeom>
            <a:avLst/>
            <a:gdLst>
              <a:gd name="connsiteX0" fmla="*/ 3008109 w 5959692"/>
              <a:gd name="connsiteY0" fmla="*/ 42 h 3560169"/>
              <a:gd name="connsiteX1" fmla="*/ 4702247 w 5959692"/>
              <a:gd name="connsiteY1" fmla="*/ 626282 h 3560169"/>
              <a:gd name="connsiteX2" fmla="*/ 5069411 w 5959692"/>
              <a:gd name="connsiteY2" fmla="*/ 865826 h 3560169"/>
              <a:gd name="connsiteX3" fmla="*/ 5895906 w 5959692"/>
              <a:gd name="connsiteY3" fmla="*/ 1594994 h 3560169"/>
              <a:gd name="connsiteX4" fmla="*/ 5959691 w 5959692"/>
              <a:gd name="connsiteY4" fmla="*/ 1728783 h 3560169"/>
              <a:gd name="connsiteX5" fmla="*/ 5959692 w 5959692"/>
              <a:gd name="connsiteY5" fmla="*/ 3560169 h 3560169"/>
              <a:gd name="connsiteX6" fmla="*/ 635 w 5959692"/>
              <a:gd name="connsiteY6" fmla="*/ 3560169 h 3560169"/>
              <a:gd name="connsiteX7" fmla="*/ 0 w 5959692"/>
              <a:gd name="connsiteY7" fmla="*/ 3534810 h 3560169"/>
              <a:gd name="connsiteX8" fmla="*/ 56896 w 5959692"/>
              <a:gd name="connsiteY8" fmla="*/ 3142342 h 3560169"/>
              <a:gd name="connsiteX9" fmla="*/ 605568 w 5959692"/>
              <a:gd name="connsiteY9" fmla="*/ 1932853 h 3560169"/>
              <a:gd name="connsiteX10" fmla="*/ 736162 w 5959692"/>
              <a:gd name="connsiteY10" fmla="*/ 1690788 h 3560169"/>
              <a:gd name="connsiteX11" fmla="*/ 2021319 w 5959692"/>
              <a:gd name="connsiteY11" fmla="*/ 209863 h 3560169"/>
              <a:gd name="connsiteX12" fmla="*/ 3008109 w 5959692"/>
              <a:gd name="connsiteY12" fmla="*/ 42 h 3560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959692" h="3560169">
                <a:moveTo>
                  <a:pt x="3008109" y="42"/>
                </a:moveTo>
                <a:cubicBezTo>
                  <a:pt x="3549058" y="3372"/>
                  <a:pt x="4091345" y="208628"/>
                  <a:pt x="4702247" y="626282"/>
                </a:cubicBezTo>
                <a:cubicBezTo>
                  <a:pt x="4830168" y="713755"/>
                  <a:pt x="4951806" y="791097"/>
                  <a:pt x="5069411" y="865826"/>
                </a:cubicBezTo>
                <a:cubicBezTo>
                  <a:pt x="5495976" y="1136988"/>
                  <a:pt x="5734167" y="1298128"/>
                  <a:pt x="5895906" y="1594994"/>
                </a:cubicBezTo>
                <a:lnTo>
                  <a:pt x="5959691" y="1728783"/>
                </a:lnTo>
                <a:lnTo>
                  <a:pt x="5959692" y="3560169"/>
                </a:lnTo>
                <a:lnTo>
                  <a:pt x="635" y="3560169"/>
                </a:lnTo>
                <a:lnTo>
                  <a:pt x="0" y="3534810"/>
                </a:lnTo>
                <a:cubicBezTo>
                  <a:pt x="2402" y="3407978"/>
                  <a:pt x="21463" y="3278501"/>
                  <a:pt x="56896" y="3142342"/>
                </a:cubicBezTo>
                <a:cubicBezTo>
                  <a:pt x="155720" y="2762537"/>
                  <a:pt x="374193" y="2359525"/>
                  <a:pt x="605568" y="1932853"/>
                </a:cubicBezTo>
                <a:cubicBezTo>
                  <a:pt x="648282" y="1854194"/>
                  <a:pt x="692359" y="1772817"/>
                  <a:pt x="736162" y="1690788"/>
                </a:cubicBezTo>
                <a:cubicBezTo>
                  <a:pt x="1128289" y="956620"/>
                  <a:pt x="1429537" y="456850"/>
                  <a:pt x="2021319" y="209863"/>
                </a:cubicBezTo>
                <a:cubicBezTo>
                  <a:pt x="2359453" y="68739"/>
                  <a:pt x="2683541" y="-1956"/>
                  <a:pt x="3008109" y="42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10AF802-8BEE-4DC7-8296-B52D4BE43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56294" y="3065460"/>
            <a:ext cx="6249041" cy="3813498"/>
          </a:xfrm>
          <a:custGeom>
            <a:avLst/>
            <a:gdLst>
              <a:gd name="connsiteX0" fmla="*/ 3215595 w 6141507"/>
              <a:gd name="connsiteY0" fmla="*/ 37 h 3752389"/>
              <a:gd name="connsiteX1" fmla="*/ 5025810 w 6141507"/>
              <a:gd name="connsiteY1" fmla="*/ 667544 h 3752389"/>
              <a:gd name="connsiteX2" fmla="*/ 5418068 w 6141507"/>
              <a:gd name="connsiteY2" fmla="*/ 923043 h 3752389"/>
              <a:gd name="connsiteX3" fmla="*/ 6130109 w 6141507"/>
              <a:gd name="connsiteY3" fmla="*/ 1458777 h 3752389"/>
              <a:gd name="connsiteX4" fmla="*/ 6141506 w 6141507"/>
              <a:gd name="connsiteY4" fmla="*/ 1473047 h 3752389"/>
              <a:gd name="connsiteX5" fmla="*/ 6141507 w 6141507"/>
              <a:gd name="connsiteY5" fmla="*/ 3752389 h 3752389"/>
              <a:gd name="connsiteX6" fmla="*/ 0 w 6141507"/>
              <a:gd name="connsiteY6" fmla="*/ 3752389 h 3752389"/>
              <a:gd name="connsiteX7" fmla="*/ 7127 w 6141507"/>
              <a:gd name="connsiteY7" fmla="*/ 3638865 h 3752389"/>
              <a:gd name="connsiteX8" fmla="*/ 59603 w 6141507"/>
              <a:gd name="connsiteY8" fmla="*/ 3356358 h 3752389"/>
              <a:gd name="connsiteX9" fmla="*/ 646726 w 6141507"/>
              <a:gd name="connsiteY9" fmla="*/ 2064848 h 3752389"/>
              <a:gd name="connsiteX10" fmla="*/ 786444 w 6141507"/>
              <a:gd name="connsiteY10" fmla="*/ 1806355 h 3752389"/>
              <a:gd name="connsiteX11" fmla="*/ 2160845 w 6141507"/>
              <a:gd name="connsiteY11" fmla="*/ 224629 h 3752389"/>
              <a:gd name="connsiteX12" fmla="*/ 3215595 w 6141507"/>
              <a:gd name="connsiteY12" fmla="*/ 37 h 3752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41507" h="3752389">
                <a:moveTo>
                  <a:pt x="3215595" y="37"/>
                </a:moveTo>
                <a:cubicBezTo>
                  <a:pt x="3793727" y="3265"/>
                  <a:pt x="4373168" y="222053"/>
                  <a:pt x="5025810" y="667544"/>
                </a:cubicBezTo>
                <a:cubicBezTo>
                  <a:pt x="5162471" y="760846"/>
                  <a:pt x="5292423" y="843339"/>
                  <a:pt x="5418068" y="923043"/>
                </a:cubicBezTo>
                <a:cubicBezTo>
                  <a:pt x="5743584" y="1129628"/>
                  <a:pt x="5966418" y="1276344"/>
                  <a:pt x="6130109" y="1458777"/>
                </a:cubicBezTo>
                <a:lnTo>
                  <a:pt x="6141506" y="1473047"/>
                </a:lnTo>
                <a:lnTo>
                  <a:pt x="6141507" y="3752389"/>
                </a:lnTo>
                <a:lnTo>
                  <a:pt x="0" y="3752389"/>
                </a:lnTo>
                <a:lnTo>
                  <a:pt x="7127" y="3638865"/>
                </a:lnTo>
                <a:cubicBezTo>
                  <a:pt x="16780" y="3547020"/>
                  <a:pt x="34303" y="3453276"/>
                  <a:pt x="59603" y="3356358"/>
                </a:cubicBezTo>
                <a:cubicBezTo>
                  <a:pt x="165452" y="2950843"/>
                  <a:pt x="399187" y="2520480"/>
                  <a:pt x="646726" y="2064848"/>
                </a:cubicBezTo>
                <a:cubicBezTo>
                  <a:pt x="692424" y="1980851"/>
                  <a:pt x="739580" y="1893951"/>
                  <a:pt x="786444" y="1806355"/>
                </a:cubicBezTo>
                <a:cubicBezTo>
                  <a:pt x="1205972" y="1022363"/>
                  <a:pt x="1528233" y="488656"/>
                  <a:pt x="2160845" y="224629"/>
                </a:cubicBezTo>
                <a:cubicBezTo>
                  <a:pt x="2522310" y="73767"/>
                  <a:pt x="2868717" y="-1899"/>
                  <a:pt x="3215595" y="37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59FA625-5F65-C0FD-B6ED-B869ABF21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97971" y="0"/>
            <a:ext cx="3293877" cy="2743212"/>
          </a:xfrm>
          <a:custGeom>
            <a:avLst/>
            <a:gdLst>
              <a:gd name="connsiteX0" fmla="*/ 37772 w 3293877"/>
              <a:gd name="connsiteY0" fmla="*/ 0 h 2743212"/>
              <a:gd name="connsiteX1" fmla="*/ 3293877 w 3293877"/>
              <a:gd name="connsiteY1" fmla="*/ 0 h 2743212"/>
              <a:gd name="connsiteX2" fmla="*/ 3293877 w 3293877"/>
              <a:gd name="connsiteY2" fmla="*/ 2133887 h 2743212"/>
              <a:gd name="connsiteX3" fmla="*/ 3222757 w 3293877"/>
              <a:gd name="connsiteY3" fmla="*/ 2223039 h 2743212"/>
              <a:gd name="connsiteX4" fmla="*/ 2503136 w 3293877"/>
              <a:gd name="connsiteY4" fmla="*/ 2565392 h 2743212"/>
              <a:gd name="connsiteX5" fmla="*/ 2232111 w 3293877"/>
              <a:gd name="connsiteY5" fmla="*/ 2635826 h 2743212"/>
              <a:gd name="connsiteX6" fmla="*/ 542319 w 3293877"/>
              <a:gd name="connsiteY6" fmla="*/ 2345567 h 2743212"/>
              <a:gd name="connsiteX7" fmla="*/ 96920 w 3293877"/>
              <a:gd name="connsiteY7" fmla="*/ 1191868 h 2743212"/>
              <a:gd name="connsiteX8" fmla="*/ 71529 w 3293877"/>
              <a:gd name="connsiteY8" fmla="*/ 1019346 h 2743212"/>
              <a:gd name="connsiteX9" fmla="*/ 6623 w 3293877"/>
              <a:gd name="connsiteY9" fmla="*/ 178315 h 2743212"/>
              <a:gd name="connsiteX10" fmla="*/ 34833 w 3293877"/>
              <a:gd name="connsiteY10" fmla="*/ 8680 h 2743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293877" h="2743212">
                <a:moveTo>
                  <a:pt x="37772" y="0"/>
                </a:moveTo>
                <a:lnTo>
                  <a:pt x="3293877" y="0"/>
                </a:lnTo>
                <a:lnTo>
                  <a:pt x="3293877" y="2133887"/>
                </a:lnTo>
                <a:lnTo>
                  <a:pt x="3222757" y="2223039"/>
                </a:lnTo>
                <a:cubicBezTo>
                  <a:pt x="3041339" y="2425251"/>
                  <a:pt x="2861221" y="2476800"/>
                  <a:pt x="2503136" y="2565392"/>
                </a:cubicBezTo>
                <a:cubicBezTo>
                  <a:pt x="2416757" y="2586746"/>
                  <a:pt x="2327408" y="2608861"/>
                  <a:pt x="2232111" y="2635826"/>
                </a:cubicBezTo>
                <a:cubicBezTo>
                  <a:pt x="1503976" y="2841768"/>
                  <a:pt x="998612" y="2754939"/>
                  <a:pt x="542319" y="2345567"/>
                </a:cubicBezTo>
                <a:cubicBezTo>
                  <a:pt x="242852" y="2076894"/>
                  <a:pt x="171565" y="1714314"/>
                  <a:pt x="96920" y="1191868"/>
                </a:cubicBezTo>
                <a:cubicBezTo>
                  <a:pt x="88586" y="1133496"/>
                  <a:pt x="79946" y="1075462"/>
                  <a:pt x="71529" y="1019346"/>
                </a:cubicBezTo>
                <a:cubicBezTo>
                  <a:pt x="26070" y="715012"/>
                  <a:pt x="-16826" y="427572"/>
                  <a:pt x="6623" y="178315"/>
                </a:cubicBezTo>
                <a:cubicBezTo>
                  <a:pt x="12226" y="118742"/>
                  <a:pt x="21526" y="62431"/>
                  <a:pt x="34833" y="868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5455470-69E0-4C53-92B5-567520DB7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44016" y="1018170"/>
            <a:ext cx="2225720" cy="2117510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E10528-FE2A-6B18-A5A2-249E27A15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59351" y="933328"/>
            <a:ext cx="2395051" cy="2287194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FDDC9FB-2D2D-EC17-E3F8-653ACC33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41267" y="1131006"/>
            <a:ext cx="2031219" cy="1891838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395833-3138-13F2-0A56-3FA6E8DA9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7111" y="1224492"/>
            <a:ext cx="1759531" cy="1704866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 dpi="0" rotWithShape="1">
            <a:blip r:embed="rId5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44111C59-5CC2-B416-FC4B-92B87198CD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9A795D99-6218-9099-4FC3-AE053D9C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12D38409-1BAF-438C-419F-EE23AAC3A6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627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Break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5F199FA-581E-485F-8470-9B9F10DB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46289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7" name="Title 1">
            <a:extLst>
              <a:ext uri="{FF2B5EF4-FFF2-40B4-BE49-F238E27FC236}">
                <a16:creationId xmlns:a16="http://schemas.microsoft.com/office/drawing/2014/main" id="{9DFE2504-DE79-4AC0-BD70-A3F274715C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1038" y="880110"/>
            <a:ext cx="6596062" cy="5097780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defRPr sz="4000" spc="0"/>
            </a:lvl1pPr>
          </a:lstStyle>
          <a:p>
            <a:r>
              <a:rPr lang="en-US" sz="6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sz="6000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F3F0C0-1147-413B-1687-1F15BE24F62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27508" y="0"/>
            <a:ext cx="5764493" cy="6858000"/>
          </a:xfrm>
          <a:custGeom>
            <a:avLst/>
            <a:gdLst>
              <a:gd name="connsiteX0" fmla="*/ 1494409 w 5764493"/>
              <a:gd name="connsiteY0" fmla="*/ 0 h 6858000"/>
              <a:gd name="connsiteX1" fmla="*/ 5764493 w 5764493"/>
              <a:gd name="connsiteY1" fmla="*/ 0 h 6858000"/>
              <a:gd name="connsiteX2" fmla="*/ 5764493 w 5764493"/>
              <a:gd name="connsiteY2" fmla="*/ 6858000 h 6858000"/>
              <a:gd name="connsiteX3" fmla="*/ 238313 w 5764493"/>
              <a:gd name="connsiteY3" fmla="*/ 6858000 h 6858000"/>
              <a:gd name="connsiteX4" fmla="*/ 251264 w 5764493"/>
              <a:gd name="connsiteY4" fmla="*/ 6849373 h 6858000"/>
              <a:gd name="connsiteX5" fmla="*/ 776282 w 5764493"/>
              <a:gd name="connsiteY5" fmla="*/ 6451411 h 6858000"/>
              <a:gd name="connsiteX6" fmla="*/ 2741607 w 5764493"/>
              <a:gd name="connsiteY6" fmla="*/ 3678515 h 6858000"/>
              <a:gd name="connsiteX7" fmla="*/ 1521342 w 5764493"/>
              <a:gd name="connsiteY7" fmla="*/ 24338 h 6858000"/>
              <a:gd name="connsiteX8" fmla="*/ 879874 w 5764493"/>
              <a:gd name="connsiteY8" fmla="*/ 0 h 6858000"/>
              <a:gd name="connsiteX9" fmla="*/ 1477051 w 5764493"/>
              <a:gd name="connsiteY9" fmla="*/ 0 h 6858000"/>
              <a:gd name="connsiteX10" fmla="*/ 1503062 w 5764493"/>
              <a:gd name="connsiteY10" fmla="*/ 23504 h 6858000"/>
              <a:gd name="connsiteX11" fmla="*/ 2723328 w 5764493"/>
              <a:gd name="connsiteY11" fmla="*/ 3677682 h 6858000"/>
              <a:gd name="connsiteX12" fmla="*/ 758003 w 5764493"/>
              <a:gd name="connsiteY12" fmla="*/ 6450578 h 6858000"/>
              <a:gd name="connsiteX13" fmla="*/ 232984 w 5764493"/>
              <a:gd name="connsiteY13" fmla="*/ 6848540 h 6858000"/>
              <a:gd name="connsiteX14" fmla="*/ 218782 w 5764493"/>
              <a:gd name="connsiteY14" fmla="*/ 6858000 h 6858000"/>
              <a:gd name="connsiteX15" fmla="*/ 0 w 5764493"/>
              <a:gd name="connsiteY15" fmla="*/ 6858000 h 6858000"/>
              <a:gd name="connsiteX16" fmla="*/ 105163 w 5764493"/>
              <a:gd name="connsiteY16" fmla="*/ 6785068 h 6858000"/>
              <a:gd name="connsiteX17" fmla="*/ 621812 w 5764493"/>
              <a:gd name="connsiteY17" fmla="*/ 6378742 h 6858000"/>
              <a:gd name="connsiteX18" fmla="*/ 2496161 w 5764493"/>
              <a:gd name="connsiteY18" fmla="*/ 3621913 h 6858000"/>
              <a:gd name="connsiteX19" fmla="*/ 895263 w 5764493"/>
              <a:gd name="connsiteY19" fmla="*/ 10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764493" h="6858000">
                <a:moveTo>
                  <a:pt x="1494409" y="0"/>
                </a:moveTo>
                <a:lnTo>
                  <a:pt x="5764493" y="0"/>
                </a:lnTo>
                <a:lnTo>
                  <a:pt x="5764493" y="6858000"/>
                </a:lnTo>
                <a:lnTo>
                  <a:pt x="238313" y="6858000"/>
                </a:lnTo>
                <a:lnTo>
                  <a:pt x="251264" y="6849373"/>
                </a:lnTo>
                <a:cubicBezTo>
                  <a:pt x="427471" y="6724853"/>
                  <a:pt x="601037" y="6589587"/>
                  <a:pt x="776282" y="6451411"/>
                </a:cubicBezTo>
                <a:cubicBezTo>
                  <a:pt x="1738612" y="5692656"/>
                  <a:pt x="2677854" y="5076606"/>
                  <a:pt x="2741607" y="3678515"/>
                </a:cubicBezTo>
                <a:cubicBezTo>
                  <a:pt x="2809404" y="2191755"/>
                  <a:pt x="2375613" y="855667"/>
                  <a:pt x="1521342" y="24338"/>
                </a:cubicBezTo>
                <a:close/>
                <a:moveTo>
                  <a:pt x="879874" y="0"/>
                </a:moveTo>
                <a:lnTo>
                  <a:pt x="1477051" y="0"/>
                </a:lnTo>
                <a:lnTo>
                  <a:pt x="1503062" y="23504"/>
                </a:lnTo>
                <a:cubicBezTo>
                  <a:pt x="2357333" y="854834"/>
                  <a:pt x="2791125" y="2190921"/>
                  <a:pt x="2723328" y="3677682"/>
                </a:cubicBezTo>
                <a:cubicBezTo>
                  <a:pt x="2659574" y="5075773"/>
                  <a:pt x="1720332" y="5691822"/>
                  <a:pt x="758003" y="6450578"/>
                </a:cubicBezTo>
                <a:cubicBezTo>
                  <a:pt x="582758" y="6588754"/>
                  <a:pt x="409191" y="6724020"/>
                  <a:pt x="232984" y="6848540"/>
                </a:cubicBezTo>
                <a:lnTo>
                  <a:pt x="218782" y="6858000"/>
                </a:lnTo>
                <a:lnTo>
                  <a:pt x="0" y="6858000"/>
                </a:lnTo>
                <a:lnTo>
                  <a:pt x="105163" y="6785068"/>
                </a:lnTo>
                <a:cubicBezTo>
                  <a:pt x="278981" y="6657407"/>
                  <a:pt x="449608" y="6519512"/>
                  <a:pt x="621812" y="6378742"/>
                </a:cubicBezTo>
                <a:cubicBezTo>
                  <a:pt x="1567436" y="5605738"/>
                  <a:pt x="2496161" y="4971185"/>
                  <a:pt x="2496161" y="3621913"/>
                </a:cubicBezTo>
                <a:cubicBezTo>
                  <a:pt x="2496161" y="2091411"/>
                  <a:pt x="1922425" y="751075"/>
                  <a:pt x="895263" y="10445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DD4E4E3-A06F-4EA0-9228-3B72D4CE6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00" y="0"/>
            <a:ext cx="2827669" cy="6858000"/>
          </a:xfrm>
          <a:custGeom>
            <a:avLst/>
            <a:gdLst>
              <a:gd name="connsiteX0" fmla="*/ 952351 w 2827669"/>
              <a:gd name="connsiteY0" fmla="*/ 0 h 6858000"/>
              <a:gd name="connsiteX1" fmla="*/ 1298165 w 2827669"/>
              <a:gd name="connsiteY1" fmla="*/ 0 h 6858000"/>
              <a:gd name="connsiteX2" fmla="*/ 1414021 w 2827669"/>
              <a:gd name="connsiteY2" fmla="*/ 91085 h 6858000"/>
              <a:gd name="connsiteX3" fmla="*/ 2827669 w 2827669"/>
              <a:gd name="connsiteY3" fmla="*/ 3590451 h 6858000"/>
              <a:gd name="connsiteX4" fmla="*/ 953320 w 2827669"/>
              <a:gd name="connsiteY4" fmla="*/ 6374083 h 6858000"/>
              <a:gd name="connsiteX5" fmla="*/ 436671 w 2827669"/>
              <a:gd name="connsiteY5" fmla="*/ 6784359 h 6858000"/>
              <a:gd name="connsiteX6" fmla="*/ 331508 w 2827669"/>
              <a:gd name="connsiteY6" fmla="*/ 6858000 h 6858000"/>
              <a:gd name="connsiteX7" fmla="*/ 0 w 2827669"/>
              <a:gd name="connsiteY7" fmla="*/ 6858000 h 6858000"/>
              <a:gd name="connsiteX8" fmla="*/ 92067 w 2827669"/>
              <a:gd name="connsiteY8" fmla="*/ 6794395 h 6858000"/>
              <a:gd name="connsiteX9" fmla="*/ 615750 w 2827669"/>
              <a:gd name="connsiteY9" fmla="*/ 6384118 h 6858000"/>
              <a:gd name="connsiteX10" fmla="*/ 2515617 w 2827669"/>
              <a:gd name="connsiteY10" fmla="*/ 3600487 h 6858000"/>
              <a:gd name="connsiteX11" fmla="*/ 1082723 w 2827669"/>
              <a:gd name="connsiteY11" fmla="*/ 10112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27669" h="6858000">
                <a:moveTo>
                  <a:pt x="952351" y="0"/>
                </a:moveTo>
                <a:lnTo>
                  <a:pt x="1298165" y="0"/>
                </a:lnTo>
                <a:lnTo>
                  <a:pt x="1414021" y="91085"/>
                </a:lnTo>
                <a:cubicBezTo>
                  <a:pt x="2323409" y="861623"/>
                  <a:pt x="2827669" y="2141656"/>
                  <a:pt x="2827669" y="3590451"/>
                </a:cubicBezTo>
                <a:cubicBezTo>
                  <a:pt x="2827669" y="4952841"/>
                  <a:pt x="1898944" y="5593563"/>
                  <a:pt x="953320" y="6374083"/>
                </a:cubicBezTo>
                <a:cubicBezTo>
                  <a:pt x="781116" y="6516221"/>
                  <a:pt x="610489" y="6655457"/>
                  <a:pt x="436671" y="6784359"/>
                </a:cubicBezTo>
                <a:lnTo>
                  <a:pt x="331508" y="6858000"/>
                </a:lnTo>
                <a:lnTo>
                  <a:pt x="0" y="6858000"/>
                </a:lnTo>
                <a:lnTo>
                  <a:pt x="92067" y="6794395"/>
                </a:lnTo>
                <a:cubicBezTo>
                  <a:pt x="268252" y="6665493"/>
                  <a:pt x="441202" y="6526257"/>
                  <a:pt x="615750" y="6384118"/>
                </a:cubicBezTo>
                <a:cubicBezTo>
                  <a:pt x="1574248" y="5603599"/>
                  <a:pt x="2515617" y="4962877"/>
                  <a:pt x="2515617" y="3600487"/>
                </a:cubicBezTo>
                <a:cubicBezTo>
                  <a:pt x="2515617" y="2151691"/>
                  <a:pt x="2004492" y="871659"/>
                  <a:pt x="1082723" y="10112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00431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Brea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91F53A-43E8-35E3-5ACA-D7A42EB73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79586" y="0"/>
            <a:ext cx="7212414" cy="6858000"/>
          </a:xfrm>
          <a:custGeom>
            <a:avLst/>
            <a:gdLst>
              <a:gd name="connsiteX0" fmla="*/ 1494409 w 7212414"/>
              <a:gd name="connsiteY0" fmla="*/ 0 h 6858000"/>
              <a:gd name="connsiteX1" fmla="*/ 7212414 w 7212414"/>
              <a:gd name="connsiteY1" fmla="*/ 0 h 6858000"/>
              <a:gd name="connsiteX2" fmla="*/ 7212414 w 7212414"/>
              <a:gd name="connsiteY2" fmla="*/ 6858000 h 6858000"/>
              <a:gd name="connsiteX3" fmla="*/ 238313 w 7212414"/>
              <a:gd name="connsiteY3" fmla="*/ 6858000 h 6858000"/>
              <a:gd name="connsiteX4" fmla="*/ 251264 w 7212414"/>
              <a:gd name="connsiteY4" fmla="*/ 6849373 h 6858000"/>
              <a:gd name="connsiteX5" fmla="*/ 776282 w 7212414"/>
              <a:gd name="connsiteY5" fmla="*/ 6451411 h 6858000"/>
              <a:gd name="connsiteX6" fmla="*/ 2741607 w 7212414"/>
              <a:gd name="connsiteY6" fmla="*/ 3678515 h 6858000"/>
              <a:gd name="connsiteX7" fmla="*/ 1521342 w 7212414"/>
              <a:gd name="connsiteY7" fmla="*/ 24338 h 6858000"/>
              <a:gd name="connsiteX8" fmla="*/ 879874 w 7212414"/>
              <a:gd name="connsiteY8" fmla="*/ 0 h 6858000"/>
              <a:gd name="connsiteX9" fmla="*/ 1477051 w 7212414"/>
              <a:gd name="connsiteY9" fmla="*/ 0 h 6858000"/>
              <a:gd name="connsiteX10" fmla="*/ 1503062 w 7212414"/>
              <a:gd name="connsiteY10" fmla="*/ 23504 h 6858000"/>
              <a:gd name="connsiteX11" fmla="*/ 2723328 w 7212414"/>
              <a:gd name="connsiteY11" fmla="*/ 3677682 h 6858000"/>
              <a:gd name="connsiteX12" fmla="*/ 758003 w 7212414"/>
              <a:gd name="connsiteY12" fmla="*/ 6450578 h 6858000"/>
              <a:gd name="connsiteX13" fmla="*/ 232984 w 7212414"/>
              <a:gd name="connsiteY13" fmla="*/ 6848540 h 6858000"/>
              <a:gd name="connsiteX14" fmla="*/ 218782 w 7212414"/>
              <a:gd name="connsiteY14" fmla="*/ 6858000 h 6858000"/>
              <a:gd name="connsiteX15" fmla="*/ 0 w 7212414"/>
              <a:gd name="connsiteY15" fmla="*/ 6858000 h 6858000"/>
              <a:gd name="connsiteX16" fmla="*/ 105163 w 7212414"/>
              <a:gd name="connsiteY16" fmla="*/ 6785068 h 6858000"/>
              <a:gd name="connsiteX17" fmla="*/ 621812 w 7212414"/>
              <a:gd name="connsiteY17" fmla="*/ 6378742 h 6858000"/>
              <a:gd name="connsiteX18" fmla="*/ 2496161 w 7212414"/>
              <a:gd name="connsiteY18" fmla="*/ 3621913 h 6858000"/>
              <a:gd name="connsiteX19" fmla="*/ 895263 w 7212414"/>
              <a:gd name="connsiteY19" fmla="*/ 10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2414" h="6858000">
                <a:moveTo>
                  <a:pt x="1494409" y="0"/>
                </a:moveTo>
                <a:lnTo>
                  <a:pt x="7212414" y="0"/>
                </a:lnTo>
                <a:lnTo>
                  <a:pt x="7212414" y="6858000"/>
                </a:lnTo>
                <a:lnTo>
                  <a:pt x="238313" y="6858000"/>
                </a:lnTo>
                <a:lnTo>
                  <a:pt x="251264" y="6849373"/>
                </a:lnTo>
                <a:cubicBezTo>
                  <a:pt x="427471" y="6724853"/>
                  <a:pt x="601037" y="6589587"/>
                  <a:pt x="776282" y="6451411"/>
                </a:cubicBezTo>
                <a:cubicBezTo>
                  <a:pt x="1738612" y="5692656"/>
                  <a:pt x="2677854" y="5076606"/>
                  <a:pt x="2741607" y="3678515"/>
                </a:cubicBezTo>
                <a:cubicBezTo>
                  <a:pt x="2809404" y="2191755"/>
                  <a:pt x="2375613" y="855667"/>
                  <a:pt x="1521342" y="24338"/>
                </a:cubicBezTo>
                <a:close/>
                <a:moveTo>
                  <a:pt x="879874" y="0"/>
                </a:moveTo>
                <a:lnTo>
                  <a:pt x="1477051" y="0"/>
                </a:lnTo>
                <a:lnTo>
                  <a:pt x="1503062" y="23504"/>
                </a:lnTo>
                <a:cubicBezTo>
                  <a:pt x="2357333" y="854834"/>
                  <a:pt x="2791125" y="2190921"/>
                  <a:pt x="2723328" y="3677682"/>
                </a:cubicBezTo>
                <a:cubicBezTo>
                  <a:pt x="2659574" y="5075773"/>
                  <a:pt x="1720332" y="5691822"/>
                  <a:pt x="758003" y="6450578"/>
                </a:cubicBezTo>
                <a:cubicBezTo>
                  <a:pt x="582758" y="6588754"/>
                  <a:pt x="409191" y="6724020"/>
                  <a:pt x="232984" y="6848540"/>
                </a:cubicBezTo>
                <a:lnTo>
                  <a:pt x="218782" y="6858000"/>
                </a:lnTo>
                <a:lnTo>
                  <a:pt x="0" y="6858000"/>
                </a:lnTo>
                <a:lnTo>
                  <a:pt x="105163" y="6785068"/>
                </a:lnTo>
                <a:cubicBezTo>
                  <a:pt x="278981" y="6657407"/>
                  <a:pt x="449608" y="6519512"/>
                  <a:pt x="621812" y="6378742"/>
                </a:cubicBezTo>
                <a:cubicBezTo>
                  <a:pt x="1567436" y="5605738"/>
                  <a:pt x="2496161" y="4971185"/>
                  <a:pt x="2496161" y="3621913"/>
                </a:cubicBezTo>
                <a:cubicBezTo>
                  <a:pt x="2496161" y="2091411"/>
                  <a:pt x="1922425" y="751075"/>
                  <a:pt x="895263" y="10445"/>
                </a:cubicBezTo>
                <a:close/>
              </a:path>
            </a:pathLst>
          </a:custGeom>
          <a:blipFill dpi="0" rotWithShape="1">
            <a:blip r:embed="rId2" cstate="print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5F199FA-581E-485F-8470-9B9F10DB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98368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7" name="Title 1">
            <a:extLst>
              <a:ext uri="{FF2B5EF4-FFF2-40B4-BE49-F238E27FC236}">
                <a16:creationId xmlns:a16="http://schemas.microsoft.com/office/drawing/2014/main" id="{9DFE2504-DE79-4AC0-BD70-A3F274715C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1038" y="718457"/>
            <a:ext cx="5718534" cy="339158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spc="0"/>
            </a:lvl1pPr>
          </a:lstStyle>
          <a:p>
            <a:r>
              <a:rPr lang="en-US" sz="6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sz="6000" dirty="0"/>
          </a:p>
        </p:txBody>
      </p:sp>
      <p:sp>
        <p:nvSpPr>
          <p:cNvPr id="68" name="Subtitle 2">
            <a:extLst>
              <a:ext uri="{FF2B5EF4-FFF2-40B4-BE49-F238E27FC236}">
                <a16:creationId xmlns:a16="http://schemas.microsoft.com/office/drawing/2014/main" id="{F51F0DB4-631C-4CFA-B7CD-271E701A372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1038" y="4110038"/>
            <a:ext cx="4598328" cy="1879124"/>
          </a:xfrm>
        </p:spPr>
        <p:txBody>
          <a:bodyPr anchor="t"/>
          <a:lstStyle>
            <a:lvl1pPr marL="0" indent="0">
              <a:buFont typeface="Arial" panose="020B0604020202020204" pitchFamily="34" charset="0"/>
              <a:buNone/>
              <a:defRPr strike="noStrike"/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DD4E4E3-A06F-4EA0-9228-3B72D4CE6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48079" y="0"/>
            <a:ext cx="2827669" cy="6858000"/>
          </a:xfrm>
          <a:custGeom>
            <a:avLst/>
            <a:gdLst>
              <a:gd name="connsiteX0" fmla="*/ 952351 w 2827669"/>
              <a:gd name="connsiteY0" fmla="*/ 0 h 6858000"/>
              <a:gd name="connsiteX1" fmla="*/ 1298165 w 2827669"/>
              <a:gd name="connsiteY1" fmla="*/ 0 h 6858000"/>
              <a:gd name="connsiteX2" fmla="*/ 1414021 w 2827669"/>
              <a:gd name="connsiteY2" fmla="*/ 91085 h 6858000"/>
              <a:gd name="connsiteX3" fmla="*/ 2827669 w 2827669"/>
              <a:gd name="connsiteY3" fmla="*/ 3590451 h 6858000"/>
              <a:gd name="connsiteX4" fmla="*/ 953320 w 2827669"/>
              <a:gd name="connsiteY4" fmla="*/ 6374083 h 6858000"/>
              <a:gd name="connsiteX5" fmla="*/ 436671 w 2827669"/>
              <a:gd name="connsiteY5" fmla="*/ 6784359 h 6858000"/>
              <a:gd name="connsiteX6" fmla="*/ 331508 w 2827669"/>
              <a:gd name="connsiteY6" fmla="*/ 6858000 h 6858000"/>
              <a:gd name="connsiteX7" fmla="*/ 0 w 2827669"/>
              <a:gd name="connsiteY7" fmla="*/ 6858000 h 6858000"/>
              <a:gd name="connsiteX8" fmla="*/ 92067 w 2827669"/>
              <a:gd name="connsiteY8" fmla="*/ 6794395 h 6858000"/>
              <a:gd name="connsiteX9" fmla="*/ 615750 w 2827669"/>
              <a:gd name="connsiteY9" fmla="*/ 6384118 h 6858000"/>
              <a:gd name="connsiteX10" fmla="*/ 2515617 w 2827669"/>
              <a:gd name="connsiteY10" fmla="*/ 3600487 h 6858000"/>
              <a:gd name="connsiteX11" fmla="*/ 1082723 w 2827669"/>
              <a:gd name="connsiteY11" fmla="*/ 10112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27669" h="6858000">
                <a:moveTo>
                  <a:pt x="952351" y="0"/>
                </a:moveTo>
                <a:lnTo>
                  <a:pt x="1298165" y="0"/>
                </a:lnTo>
                <a:lnTo>
                  <a:pt x="1414021" y="91085"/>
                </a:lnTo>
                <a:cubicBezTo>
                  <a:pt x="2323409" y="861623"/>
                  <a:pt x="2827669" y="2141656"/>
                  <a:pt x="2827669" y="3590451"/>
                </a:cubicBezTo>
                <a:cubicBezTo>
                  <a:pt x="2827669" y="4952841"/>
                  <a:pt x="1898944" y="5593563"/>
                  <a:pt x="953320" y="6374083"/>
                </a:cubicBezTo>
                <a:cubicBezTo>
                  <a:pt x="781116" y="6516221"/>
                  <a:pt x="610489" y="6655457"/>
                  <a:pt x="436671" y="6784359"/>
                </a:cubicBezTo>
                <a:lnTo>
                  <a:pt x="331508" y="6858000"/>
                </a:lnTo>
                <a:lnTo>
                  <a:pt x="0" y="6858000"/>
                </a:lnTo>
                <a:lnTo>
                  <a:pt x="92067" y="6794395"/>
                </a:lnTo>
                <a:cubicBezTo>
                  <a:pt x="268252" y="6665493"/>
                  <a:pt x="441202" y="6526257"/>
                  <a:pt x="615750" y="6384118"/>
                </a:cubicBezTo>
                <a:cubicBezTo>
                  <a:pt x="1574248" y="5603599"/>
                  <a:pt x="2515617" y="4962877"/>
                  <a:pt x="2515617" y="3600487"/>
                </a:cubicBezTo>
                <a:cubicBezTo>
                  <a:pt x="2515617" y="2151691"/>
                  <a:pt x="2004492" y="871659"/>
                  <a:pt x="1082723" y="10112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5534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1259330E-45A9-4294-A077-3852502CCB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913"/>
            <a:ext cx="6901699" cy="1843087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0D8EB0F-A394-8CB7-7D17-84C42178FD3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81037" y="2645229"/>
            <a:ext cx="10829925" cy="3319603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48640" indent="-285750">
              <a:buFont typeface="Arial" panose="020B0604020202020204" pitchFamily="34" charset="0"/>
              <a:buChar char="•"/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4CDB3-40DA-BA45-194C-0EF1E9C57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7703216" y="0"/>
            <a:ext cx="4288839" cy="2239437"/>
          </a:xfrm>
          <a:custGeom>
            <a:avLst/>
            <a:gdLst>
              <a:gd name="connsiteX0" fmla="*/ 2347485 w 4865144"/>
              <a:gd name="connsiteY0" fmla="*/ 2540357 h 2540357"/>
              <a:gd name="connsiteX1" fmla="*/ 566486 w 4865144"/>
              <a:gd name="connsiteY1" fmla="*/ 1558284 h 2540357"/>
              <a:gd name="connsiteX2" fmla="*/ 376684 w 4865144"/>
              <a:gd name="connsiteY2" fmla="*/ 1307041 h 2540357"/>
              <a:gd name="connsiteX3" fmla="*/ 0 w 4865144"/>
              <a:gd name="connsiteY3" fmla="*/ 515488 h 2540357"/>
              <a:gd name="connsiteX4" fmla="*/ 57187 w 4865144"/>
              <a:gd name="connsiteY4" fmla="*/ 83613 h 2540357"/>
              <a:gd name="connsiteX5" fmla="*/ 85241 w 4865144"/>
              <a:gd name="connsiteY5" fmla="*/ 0 h 2540357"/>
              <a:gd name="connsiteX6" fmla="*/ 4819156 w 4865144"/>
              <a:gd name="connsiteY6" fmla="*/ 0 h 2540357"/>
              <a:gd name="connsiteX7" fmla="*/ 4827943 w 4865144"/>
              <a:gd name="connsiteY7" fmla="*/ 42917 h 2540357"/>
              <a:gd name="connsiteX8" fmla="*/ 4865144 w 4865144"/>
              <a:gd name="connsiteY8" fmla="*/ 515488 h 2540357"/>
              <a:gd name="connsiteX9" fmla="*/ 4612386 w 4865144"/>
              <a:gd name="connsiteY9" fmla="*/ 1189035 h 2540357"/>
              <a:gd name="connsiteX10" fmla="*/ 3864031 w 4865144"/>
              <a:gd name="connsiteY10" fmla="*/ 1816207 h 2540357"/>
              <a:gd name="connsiteX11" fmla="*/ 3699494 w 4865144"/>
              <a:gd name="connsiteY11" fmla="*/ 1936178 h 2540357"/>
              <a:gd name="connsiteX12" fmla="*/ 2347485 w 4865144"/>
              <a:gd name="connsiteY12" fmla="*/ 2540357 h 2540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865144" h="2540357">
                <a:moveTo>
                  <a:pt x="2347485" y="2540357"/>
                </a:moveTo>
                <a:cubicBezTo>
                  <a:pt x="1595370" y="2540357"/>
                  <a:pt x="1062712" y="2246669"/>
                  <a:pt x="566486" y="1558284"/>
                </a:cubicBezTo>
                <a:cubicBezTo>
                  <a:pt x="501550" y="1468181"/>
                  <a:pt x="438072" y="1386236"/>
                  <a:pt x="376684" y="1307041"/>
                </a:cubicBezTo>
                <a:cubicBezTo>
                  <a:pt x="122255" y="978668"/>
                  <a:pt x="0" y="807898"/>
                  <a:pt x="0" y="515488"/>
                </a:cubicBezTo>
                <a:cubicBezTo>
                  <a:pt x="0" y="370314"/>
                  <a:pt x="19158" y="226024"/>
                  <a:pt x="57187" y="83613"/>
                </a:cubicBezTo>
                <a:lnTo>
                  <a:pt x="85241" y="0"/>
                </a:lnTo>
                <a:lnTo>
                  <a:pt x="4819156" y="0"/>
                </a:lnTo>
                <a:lnTo>
                  <a:pt x="4827943" y="42917"/>
                </a:lnTo>
                <a:cubicBezTo>
                  <a:pt x="4852551" y="195232"/>
                  <a:pt x="4865144" y="353315"/>
                  <a:pt x="4865144" y="515488"/>
                </a:cubicBezTo>
                <a:cubicBezTo>
                  <a:pt x="4865144" y="774296"/>
                  <a:pt x="4787155" y="982010"/>
                  <a:pt x="4612386" y="1189035"/>
                </a:cubicBezTo>
                <a:cubicBezTo>
                  <a:pt x="4429578" y="1405594"/>
                  <a:pt x="4154895" y="1605055"/>
                  <a:pt x="3864031" y="1816207"/>
                </a:cubicBezTo>
                <a:cubicBezTo>
                  <a:pt x="3810369" y="1855117"/>
                  <a:pt x="3754930" y="1895402"/>
                  <a:pt x="3699494" y="1936178"/>
                </a:cubicBezTo>
                <a:cubicBezTo>
                  <a:pt x="3203269" y="2301103"/>
                  <a:pt x="2841097" y="2540357"/>
                  <a:pt x="2347485" y="2540357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2D2A668-8DEF-24A0-5BA2-B006075A4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7482785" y="-13335"/>
            <a:ext cx="4629749" cy="2423160"/>
          </a:xfrm>
          <a:custGeom>
            <a:avLst/>
            <a:gdLst>
              <a:gd name="connsiteX0" fmla="*/ 2534081 w 5251863"/>
              <a:gd name="connsiteY0" fmla="*/ 2733640 h 2733640"/>
              <a:gd name="connsiteX1" fmla="*/ 611515 w 5251863"/>
              <a:gd name="connsiteY1" fmla="*/ 1637197 h 2733640"/>
              <a:gd name="connsiteX2" fmla="*/ 406625 w 5251863"/>
              <a:gd name="connsiteY2" fmla="*/ 1356697 h 2733640"/>
              <a:gd name="connsiteX3" fmla="*/ 0 w 5251863"/>
              <a:gd name="connsiteY3" fmla="*/ 472961 h 2733640"/>
              <a:gd name="connsiteX4" fmla="*/ 15472 w 5251863"/>
              <a:gd name="connsiteY4" fmla="*/ 230720 h 2733640"/>
              <a:gd name="connsiteX5" fmla="*/ 59957 w 5251863"/>
              <a:gd name="connsiteY5" fmla="*/ 0 h 2733640"/>
              <a:gd name="connsiteX6" fmla="*/ 5218026 w 5251863"/>
              <a:gd name="connsiteY6" fmla="*/ 0 h 2733640"/>
              <a:gd name="connsiteX7" fmla="*/ 5241745 w 5251863"/>
              <a:gd name="connsiteY7" fmla="*/ 205032 h 2733640"/>
              <a:gd name="connsiteX8" fmla="*/ 5251863 w 5251863"/>
              <a:gd name="connsiteY8" fmla="*/ 472961 h 2733640"/>
              <a:gd name="connsiteX9" fmla="*/ 4979014 w 5251863"/>
              <a:gd name="connsiteY9" fmla="*/ 1224949 h 2733640"/>
              <a:gd name="connsiteX10" fmla="*/ 4171175 w 5251863"/>
              <a:gd name="connsiteY10" fmla="*/ 1925157 h 2733640"/>
              <a:gd name="connsiteX11" fmla="*/ 3993558 w 5251863"/>
              <a:gd name="connsiteY11" fmla="*/ 2059101 h 2733640"/>
              <a:gd name="connsiteX12" fmla="*/ 2534081 w 5251863"/>
              <a:gd name="connsiteY12" fmla="*/ 2733640 h 2733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251863" h="2733640">
                <a:moveTo>
                  <a:pt x="2534081" y="2733640"/>
                </a:moveTo>
                <a:cubicBezTo>
                  <a:pt x="1722182" y="2733640"/>
                  <a:pt x="1147184" y="2405750"/>
                  <a:pt x="611515" y="1637197"/>
                </a:cubicBezTo>
                <a:cubicBezTo>
                  <a:pt x="541416" y="1536604"/>
                  <a:pt x="472894" y="1445115"/>
                  <a:pt x="406625" y="1356697"/>
                </a:cubicBezTo>
                <a:cubicBezTo>
                  <a:pt x="131973" y="990082"/>
                  <a:pt x="0" y="799426"/>
                  <a:pt x="0" y="472961"/>
                </a:cubicBezTo>
                <a:cubicBezTo>
                  <a:pt x="0" y="391921"/>
                  <a:pt x="5170" y="311128"/>
                  <a:pt x="15472" y="230720"/>
                </a:cubicBezTo>
                <a:lnTo>
                  <a:pt x="59957" y="0"/>
                </a:lnTo>
                <a:lnTo>
                  <a:pt x="5218026" y="0"/>
                </a:lnTo>
                <a:lnTo>
                  <a:pt x="5241745" y="205032"/>
                </a:lnTo>
                <a:cubicBezTo>
                  <a:pt x="5248464" y="293044"/>
                  <a:pt x="5251863" y="382432"/>
                  <a:pt x="5251863" y="472961"/>
                </a:cubicBezTo>
                <a:cubicBezTo>
                  <a:pt x="5251863" y="761910"/>
                  <a:pt x="5167674" y="993814"/>
                  <a:pt x="4979014" y="1224949"/>
                </a:cubicBezTo>
                <a:cubicBezTo>
                  <a:pt x="4781676" y="1466726"/>
                  <a:pt x="4485157" y="1689416"/>
                  <a:pt x="4171175" y="1925157"/>
                </a:cubicBezTo>
                <a:cubicBezTo>
                  <a:pt x="4113246" y="1968599"/>
                  <a:pt x="4053402" y="2013577"/>
                  <a:pt x="3993558" y="2059101"/>
                </a:cubicBezTo>
                <a:cubicBezTo>
                  <a:pt x="3457890" y="2466524"/>
                  <a:pt x="3066929" y="2733640"/>
                  <a:pt x="2534081" y="273364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3BDF149-6527-9883-E5AD-5AECD69DE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2954" y="1"/>
            <a:ext cx="3828033" cy="2051003"/>
          </a:xfrm>
          <a:custGeom>
            <a:avLst/>
            <a:gdLst>
              <a:gd name="connsiteX0" fmla="*/ 48561 w 3828033"/>
              <a:gd name="connsiteY0" fmla="*/ 0 h 2051003"/>
              <a:gd name="connsiteX1" fmla="*/ 3738569 w 3828033"/>
              <a:gd name="connsiteY1" fmla="*/ 0 h 2051003"/>
              <a:gd name="connsiteX2" fmla="*/ 3783037 w 3828033"/>
              <a:gd name="connsiteY2" fmla="*/ 131595 h 2051003"/>
              <a:gd name="connsiteX3" fmla="*/ 3828033 w 3828033"/>
              <a:gd name="connsiteY3" fmla="*/ 469010 h 2051003"/>
              <a:gd name="connsiteX4" fmla="*/ 3531647 w 3828033"/>
              <a:gd name="connsiteY4" fmla="*/ 1087435 h 2051003"/>
              <a:gd name="connsiteX5" fmla="*/ 3382306 w 3828033"/>
              <a:gd name="connsiteY5" fmla="*/ 1283727 h 2051003"/>
              <a:gd name="connsiteX6" fmla="*/ 1980966 w 3828033"/>
              <a:gd name="connsiteY6" fmla="*/ 2051003 h 2051003"/>
              <a:gd name="connsiteX7" fmla="*/ 917167 w 3828033"/>
              <a:gd name="connsiteY7" fmla="*/ 1578970 h 2051003"/>
              <a:gd name="connsiteX8" fmla="*/ 787704 w 3828033"/>
              <a:gd name="connsiteY8" fmla="*/ 1485237 h 2051003"/>
              <a:gd name="connsiteX9" fmla="*/ 198877 w 3828033"/>
              <a:gd name="connsiteY9" fmla="*/ 995240 h 2051003"/>
              <a:gd name="connsiteX10" fmla="*/ 0 w 3828033"/>
              <a:gd name="connsiteY10" fmla="*/ 469010 h 2051003"/>
              <a:gd name="connsiteX11" fmla="*/ 45559 w 3828033"/>
              <a:gd name="connsiteY11" fmla="*/ 11416 h 2051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28033" h="2051003">
                <a:moveTo>
                  <a:pt x="48561" y="0"/>
                </a:moveTo>
                <a:lnTo>
                  <a:pt x="3738569" y="0"/>
                </a:lnTo>
                <a:lnTo>
                  <a:pt x="3783037" y="131595"/>
                </a:lnTo>
                <a:cubicBezTo>
                  <a:pt x="3812959" y="242859"/>
                  <a:pt x="3828033" y="355590"/>
                  <a:pt x="3828033" y="469010"/>
                </a:cubicBezTo>
                <a:cubicBezTo>
                  <a:pt x="3828033" y="697465"/>
                  <a:pt x="3731840" y="830884"/>
                  <a:pt x="3531647" y="1087435"/>
                </a:cubicBezTo>
                <a:cubicBezTo>
                  <a:pt x="3483347" y="1149310"/>
                  <a:pt x="3433400" y="1213332"/>
                  <a:pt x="3382306" y="1283727"/>
                </a:cubicBezTo>
                <a:cubicBezTo>
                  <a:pt x="2991862" y="1821551"/>
                  <a:pt x="2572752" y="2051003"/>
                  <a:pt x="1980966" y="2051003"/>
                </a:cubicBezTo>
                <a:cubicBezTo>
                  <a:pt x="1592577" y="2051003"/>
                  <a:pt x="1307610" y="1864080"/>
                  <a:pt x="917167" y="1578970"/>
                </a:cubicBezTo>
                <a:cubicBezTo>
                  <a:pt x="873548" y="1547112"/>
                  <a:pt x="829927" y="1515637"/>
                  <a:pt x="787704" y="1485237"/>
                </a:cubicBezTo>
                <a:cubicBezTo>
                  <a:pt x="558844" y="1320269"/>
                  <a:pt x="342715" y="1164433"/>
                  <a:pt x="198877" y="995240"/>
                </a:cubicBezTo>
                <a:cubicBezTo>
                  <a:pt x="61365" y="833495"/>
                  <a:pt x="0" y="671213"/>
                  <a:pt x="0" y="469010"/>
                </a:cubicBezTo>
                <a:cubicBezTo>
                  <a:pt x="0" y="310633"/>
                  <a:pt x="15484" y="157247"/>
                  <a:pt x="45559" y="11416"/>
                </a:cubicBezTo>
                <a:close/>
              </a:path>
            </a:pathLst>
          </a:custGeom>
          <a:blipFill dpi="0" rotWithShape="1">
            <a:blip r:embed="rId2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75471925-F840-BF0B-4DCE-A806EA3D13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3F9556F-DAA8-7F4B-6338-FF7878F58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1D350D2-28D7-3BAD-6A43-0D8B85042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119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Brea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5F199FA-581E-485F-8470-9B9F10DB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98368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DD4E4E3-A06F-4EA0-9228-3B72D4CE6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48079" y="0"/>
            <a:ext cx="2827669" cy="6858000"/>
          </a:xfrm>
          <a:custGeom>
            <a:avLst/>
            <a:gdLst>
              <a:gd name="connsiteX0" fmla="*/ 952351 w 2827669"/>
              <a:gd name="connsiteY0" fmla="*/ 0 h 6858000"/>
              <a:gd name="connsiteX1" fmla="*/ 1298165 w 2827669"/>
              <a:gd name="connsiteY1" fmla="*/ 0 h 6858000"/>
              <a:gd name="connsiteX2" fmla="*/ 1414021 w 2827669"/>
              <a:gd name="connsiteY2" fmla="*/ 91085 h 6858000"/>
              <a:gd name="connsiteX3" fmla="*/ 2827669 w 2827669"/>
              <a:gd name="connsiteY3" fmla="*/ 3590451 h 6858000"/>
              <a:gd name="connsiteX4" fmla="*/ 953320 w 2827669"/>
              <a:gd name="connsiteY4" fmla="*/ 6374083 h 6858000"/>
              <a:gd name="connsiteX5" fmla="*/ 436671 w 2827669"/>
              <a:gd name="connsiteY5" fmla="*/ 6784359 h 6858000"/>
              <a:gd name="connsiteX6" fmla="*/ 331508 w 2827669"/>
              <a:gd name="connsiteY6" fmla="*/ 6858000 h 6858000"/>
              <a:gd name="connsiteX7" fmla="*/ 0 w 2827669"/>
              <a:gd name="connsiteY7" fmla="*/ 6858000 h 6858000"/>
              <a:gd name="connsiteX8" fmla="*/ 92067 w 2827669"/>
              <a:gd name="connsiteY8" fmla="*/ 6794395 h 6858000"/>
              <a:gd name="connsiteX9" fmla="*/ 615750 w 2827669"/>
              <a:gd name="connsiteY9" fmla="*/ 6384118 h 6858000"/>
              <a:gd name="connsiteX10" fmla="*/ 2515617 w 2827669"/>
              <a:gd name="connsiteY10" fmla="*/ 3600487 h 6858000"/>
              <a:gd name="connsiteX11" fmla="*/ 1082723 w 2827669"/>
              <a:gd name="connsiteY11" fmla="*/ 10112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27669" h="6858000">
                <a:moveTo>
                  <a:pt x="952351" y="0"/>
                </a:moveTo>
                <a:lnTo>
                  <a:pt x="1298165" y="0"/>
                </a:lnTo>
                <a:lnTo>
                  <a:pt x="1414021" y="91085"/>
                </a:lnTo>
                <a:cubicBezTo>
                  <a:pt x="2323409" y="861623"/>
                  <a:pt x="2827669" y="2141656"/>
                  <a:pt x="2827669" y="3590451"/>
                </a:cubicBezTo>
                <a:cubicBezTo>
                  <a:pt x="2827669" y="4952841"/>
                  <a:pt x="1898944" y="5593563"/>
                  <a:pt x="953320" y="6374083"/>
                </a:cubicBezTo>
                <a:cubicBezTo>
                  <a:pt x="781116" y="6516221"/>
                  <a:pt x="610489" y="6655457"/>
                  <a:pt x="436671" y="6784359"/>
                </a:cubicBezTo>
                <a:lnTo>
                  <a:pt x="331508" y="6858000"/>
                </a:lnTo>
                <a:lnTo>
                  <a:pt x="0" y="6858000"/>
                </a:lnTo>
                <a:lnTo>
                  <a:pt x="92067" y="6794395"/>
                </a:lnTo>
                <a:cubicBezTo>
                  <a:pt x="268252" y="6665493"/>
                  <a:pt x="441202" y="6526257"/>
                  <a:pt x="615750" y="6384118"/>
                </a:cubicBezTo>
                <a:cubicBezTo>
                  <a:pt x="1574248" y="5603599"/>
                  <a:pt x="2515617" y="4962877"/>
                  <a:pt x="2515617" y="3600487"/>
                </a:cubicBezTo>
                <a:cubicBezTo>
                  <a:pt x="2515617" y="2151691"/>
                  <a:pt x="2004492" y="871659"/>
                  <a:pt x="1082723" y="10112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0A4F2B-CA9C-2019-E84C-7C17DFD9812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1038" y="718457"/>
            <a:ext cx="5718534" cy="339158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spc="0"/>
            </a:lvl1pPr>
          </a:lstStyle>
          <a:p>
            <a:r>
              <a:rPr lang="en-US" sz="6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sz="6000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E191378-FF48-4A6B-70C2-CFB4A267A0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1038" y="4110038"/>
            <a:ext cx="4598328" cy="1879124"/>
          </a:xfrm>
        </p:spPr>
        <p:txBody>
          <a:bodyPr anchor="t"/>
          <a:lstStyle>
            <a:lvl1pPr marL="0" indent="0">
              <a:buFont typeface="Arial" panose="020B0604020202020204" pitchFamily="34" charset="0"/>
              <a:buNone/>
              <a:defRPr strike="noStrike"/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75A0127-ED9F-6E5C-4014-5E75D6C58E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74143" y="0"/>
            <a:ext cx="7217857" cy="6858000"/>
          </a:xfrm>
          <a:custGeom>
            <a:avLst/>
            <a:gdLst>
              <a:gd name="connsiteX0" fmla="*/ 1494409 w 7217857"/>
              <a:gd name="connsiteY0" fmla="*/ 0 h 6858000"/>
              <a:gd name="connsiteX1" fmla="*/ 4632500 w 7217857"/>
              <a:gd name="connsiteY1" fmla="*/ 0 h 6858000"/>
              <a:gd name="connsiteX2" fmla="*/ 5764493 w 7217857"/>
              <a:gd name="connsiteY2" fmla="*/ 0 h 6858000"/>
              <a:gd name="connsiteX3" fmla="*/ 7217857 w 7217857"/>
              <a:gd name="connsiteY3" fmla="*/ 0 h 6858000"/>
              <a:gd name="connsiteX4" fmla="*/ 7217857 w 7217857"/>
              <a:gd name="connsiteY4" fmla="*/ 6858000 h 6858000"/>
              <a:gd name="connsiteX5" fmla="*/ 5764493 w 7217857"/>
              <a:gd name="connsiteY5" fmla="*/ 6858000 h 6858000"/>
              <a:gd name="connsiteX6" fmla="*/ 4632500 w 7217857"/>
              <a:gd name="connsiteY6" fmla="*/ 6858000 h 6858000"/>
              <a:gd name="connsiteX7" fmla="*/ 238313 w 7217857"/>
              <a:gd name="connsiteY7" fmla="*/ 6858000 h 6858000"/>
              <a:gd name="connsiteX8" fmla="*/ 251264 w 7217857"/>
              <a:gd name="connsiteY8" fmla="*/ 6849373 h 6858000"/>
              <a:gd name="connsiteX9" fmla="*/ 776282 w 7217857"/>
              <a:gd name="connsiteY9" fmla="*/ 6451411 h 6858000"/>
              <a:gd name="connsiteX10" fmla="*/ 2741607 w 7217857"/>
              <a:gd name="connsiteY10" fmla="*/ 3678515 h 6858000"/>
              <a:gd name="connsiteX11" fmla="*/ 1521342 w 7217857"/>
              <a:gd name="connsiteY11" fmla="*/ 24338 h 6858000"/>
              <a:gd name="connsiteX12" fmla="*/ 879874 w 7217857"/>
              <a:gd name="connsiteY12" fmla="*/ 0 h 6858000"/>
              <a:gd name="connsiteX13" fmla="*/ 1477051 w 7217857"/>
              <a:gd name="connsiteY13" fmla="*/ 0 h 6858000"/>
              <a:gd name="connsiteX14" fmla="*/ 1503062 w 7217857"/>
              <a:gd name="connsiteY14" fmla="*/ 23504 h 6858000"/>
              <a:gd name="connsiteX15" fmla="*/ 2723328 w 7217857"/>
              <a:gd name="connsiteY15" fmla="*/ 3677682 h 6858000"/>
              <a:gd name="connsiteX16" fmla="*/ 758003 w 7217857"/>
              <a:gd name="connsiteY16" fmla="*/ 6450578 h 6858000"/>
              <a:gd name="connsiteX17" fmla="*/ 232984 w 7217857"/>
              <a:gd name="connsiteY17" fmla="*/ 6848540 h 6858000"/>
              <a:gd name="connsiteX18" fmla="*/ 218782 w 7217857"/>
              <a:gd name="connsiteY18" fmla="*/ 6858000 h 6858000"/>
              <a:gd name="connsiteX19" fmla="*/ 0 w 7217857"/>
              <a:gd name="connsiteY19" fmla="*/ 6858000 h 6858000"/>
              <a:gd name="connsiteX20" fmla="*/ 105163 w 7217857"/>
              <a:gd name="connsiteY20" fmla="*/ 6785068 h 6858000"/>
              <a:gd name="connsiteX21" fmla="*/ 621812 w 7217857"/>
              <a:gd name="connsiteY21" fmla="*/ 6378742 h 6858000"/>
              <a:gd name="connsiteX22" fmla="*/ 2496161 w 7217857"/>
              <a:gd name="connsiteY22" fmla="*/ 3621913 h 6858000"/>
              <a:gd name="connsiteX23" fmla="*/ 895263 w 7217857"/>
              <a:gd name="connsiteY23" fmla="*/ 10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17857" h="6858000">
                <a:moveTo>
                  <a:pt x="1494409" y="0"/>
                </a:moveTo>
                <a:lnTo>
                  <a:pt x="4632500" y="0"/>
                </a:lnTo>
                <a:lnTo>
                  <a:pt x="5764493" y="0"/>
                </a:lnTo>
                <a:lnTo>
                  <a:pt x="7217857" y="0"/>
                </a:lnTo>
                <a:lnTo>
                  <a:pt x="7217857" y="6858000"/>
                </a:lnTo>
                <a:lnTo>
                  <a:pt x="5764493" y="6858000"/>
                </a:lnTo>
                <a:lnTo>
                  <a:pt x="4632500" y="6858000"/>
                </a:lnTo>
                <a:lnTo>
                  <a:pt x="238313" y="6858000"/>
                </a:lnTo>
                <a:lnTo>
                  <a:pt x="251264" y="6849373"/>
                </a:lnTo>
                <a:cubicBezTo>
                  <a:pt x="427471" y="6724853"/>
                  <a:pt x="601037" y="6589587"/>
                  <a:pt x="776282" y="6451411"/>
                </a:cubicBezTo>
                <a:cubicBezTo>
                  <a:pt x="1738612" y="5692656"/>
                  <a:pt x="2677854" y="5076606"/>
                  <a:pt x="2741607" y="3678515"/>
                </a:cubicBezTo>
                <a:cubicBezTo>
                  <a:pt x="2809404" y="2191755"/>
                  <a:pt x="2375613" y="855667"/>
                  <a:pt x="1521342" y="24338"/>
                </a:cubicBezTo>
                <a:close/>
                <a:moveTo>
                  <a:pt x="879874" y="0"/>
                </a:moveTo>
                <a:lnTo>
                  <a:pt x="1477051" y="0"/>
                </a:lnTo>
                <a:lnTo>
                  <a:pt x="1503062" y="23504"/>
                </a:lnTo>
                <a:cubicBezTo>
                  <a:pt x="2357333" y="854834"/>
                  <a:pt x="2791125" y="2190921"/>
                  <a:pt x="2723328" y="3677682"/>
                </a:cubicBezTo>
                <a:cubicBezTo>
                  <a:pt x="2659574" y="5075773"/>
                  <a:pt x="1720332" y="5691822"/>
                  <a:pt x="758003" y="6450578"/>
                </a:cubicBezTo>
                <a:cubicBezTo>
                  <a:pt x="582758" y="6588754"/>
                  <a:pt x="409191" y="6724020"/>
                  <a:pt x="232984" y="6848540"/>
                </a:cubicBezTo>
                <a:lnTo>
                  <a:pt x="218782" y="6858000"/>
                </a:lnTo>
                <a:lnTo>
                  <a:pt x="0" y="6858000"/>
                </a:lnTo>
                <a:lnTo>
                  <a:pt x="105163" y="6785068"/>
                </a:lnTo>
                <a:cubicBezTo>
                  <a:pt x="278981" y="6657407"/>
                  <a:pt x="449608" y="6519512"/>
                  <a:pt x="621812" y="6378742"/>
                </a:cubicBezTo>
                <a:cubicBezTo>
                  <a:pt x="1567436" y="5605738"/>
                  <a:pt x="2496161" y="4971185"/>
                  <a:pt x="2496161" y="3621913"/>
                </a:cubicBezTo>
                <a:cubicBezTo>
                  <a:pt x="2496161" y="2091411"/>
                  <a:pt x="1922425" y="751075"/>
                  <a:pt x="895263" y="10445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6481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90EAB665-9090-4940-9CBD-04BE9264B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V="1">
            <a:off x="7660988" y="-9590"/>
            <a:ext cx="4288839" cy="2239437"/>
          </a:xfrm>
          <a:custGeom>
            <a:avLst/>
            <a:gdLst>
              <a:gd name="connsiteX0" fmla="*/ 2347485 w 4865144"/>
              <a:gd name="connsiteY0" fmla="*/ 2540357 h 2540357"/>
              <a:gd name="connsiteX1" fmla="*/ 566486 w 4865144"/>
              <a:gd name="connsiteY1" fmla="*/ 1558284 h 2540357"/>
              <a:gd name="connsiteX2" fmla="*/ 376684 w 4865144"/>
              <a:gd name="connsiteY2" fmla="*/ 1307041 h 2540357"/>
              <a:gd name="connsiteX3" fmla="*/ 0 w 4865144"/>
              <a:gd name="connsiteY3" fmla="*/ 515488 h 2540357"/>
              <a:gd name="connsiteX4" fmla="*/ 57187 w 4865144"/>
              <a:gd name="connsiteY4" fmla="*/ 83613 h 2540357"/>
              <a:gd name="connsiteX5" fmla="*/ 85241 w 4865144"/>
              <a:gd name="connsiteY5" fmla="*/ 0 h 2540357"/>
              <a:gd name="connsiteX6" fmla="*/ 4819156 w 4865144"/>
              <a:gd name="connsiteY6" fmla="*/ 0 h 2540357"/>
              <a:gd name="connsiteX7" fmla="*/ 4827943 w 4865144"/>
              <a:gd name="connsiteY7" fmla="*/ 42917 h 2540357"/>
              <a:gd name="connsiteX8" fmla="*/ 4865144 w 4865144"/>
              <a:gd name="connsiteY8" fmla="*/ 515488 h 2540357"/>
              <a:gd name="connsiteX9" fmla="*/ 4612386 w 4865144"/>
              <a:gd name="connsiteY9" fmla="*/ 1189035 h 2540357"/>
              <a:gd name="connsiteX10" fmla="*/ 3864031 w 4865144"/>
              <a:gd name="connsiteY10" fmla="*/ 1816207 h 2540357"/>
              <a:gd name="connsiteX11" fmla="*/ 3699494 w 4865144"/>
              <a:gd name="connsiteY11" fmla="*/ 1936178 h 2540357"/>
              <a:gd name="connsiteX12" fmla="*/ 2347485 w 4865144"/>
              <a:gd name="connsiteY12" fmla="*/ 2540357 h 2540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865144" h="2540357">
                <a:moveTo>
                  <a:pt x="2347485" y="2540357"/>
                </a:moveTo>
                <a:cubicBezTo>
                  <a:pt x="1595370" y="2540357"/>
                  <a:pt x="1062712" y="2246669"/>
                  <a:pt x="566486" y="1558284"/>
                </a:cubicBezTo>
                <a:cubicBezTo>
                  <a:pt x="501550" y="1468181"/>
                  <a:pt x="438072" y="1386236"/>
                  <a:pt x="376684" y="1307041"/>
                </a:cubicBezTo>
                <a:cubicBezTo>
                  <a:pt x="122255" y="978668"/>
                  <a:pt x="0" y="807898"/>
                  <a:pt x="0" y="515488"/>
                </a:cubicBezTo>
                <a:cubicBezTo>
                  <a:pt x="0" y="370314"/>
                  <a:pt x="19158" y="226024"/>
                  <a:pt x="57187" y="83613"/>
                </a:cubicBezTo>
                <a:lnTo>
                  <a:pt x="85241" y="0"/>
                </a:lnTo>
                <a:lnTo>
                  <a:pt x="4819156" y="0"/>
                </a:lnTo>
                <a:lnTo>
                  <a:pt x="4827943" y="42917"/>
                </a:lnTo>
                <a:cubicBezTo>
                  <a:pt x="4852551" y="195232"/>
                  <a:pt x="4865144" y="353315"/>
                  <a:pt x="4865144" y="515488"/>
                </a:cubicBezTo>
                <a:cubicBezTo>
                  <a:pt x="4865144" y="774296"/>
                  <a:pt x="4787155" y="982010"/>
                  <a:pt x="4612386" y="1189035"/>
                </a:cubicBezTo>
                <a:cubicBezTo>
                  <a:pt x="4429578" y="1405594"/>
                  <a:pt x="4154895" y="1605055"/>
                  <a:pt x="3864031" y="1816207"/>
                </a:cubicBezTo>
                <a:cubicBezTo>
                  <a:pt x="3810369" y="1855117"/>
                  <a:pt x="3754930" y="1895402"/>
                  <a:pt x="3699494" y="1936178"/>
                </a:cubicBezTo>
                <a:cubicBezTo>
                  <a:pt x="3203269" y="2301103"/>
                  <a:pt x="2841097" y="2540357"/>
                  <a:pt x="2347485" y="2540357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1154322-7D00-4603-927A-E53102657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V="1">
            <a:off x="7440557" y="-22925"/>
            <a:ext cx="4629749" cy="2423160"/>
          </a:xfrm>
          <a:custGeom>
            <a:avLst/>
            <a:gdLst>
              <a:gd name="connsiteX0" fmla="*/ 2534081 w 5251863"/>
              <a:gd name="connsiteY0" fmla="*/ 2733640 h 2733640"/>
              <a:gd name="connsiteX1" fmla="*/ 611515 w 5251863"/>
              <a:gd name="connsiteY1" fmla="*/ 1637197 h 2733640"/>
              <a:gd name="connsiteX2" fmla="*/ 406625 w 5251863"/>
              <a:gd name="connsiteY2" fmla="*/ 1356697 h 2733640"/>
              <a:gd name="connsiteX3" fmla="*/ 0 w 5251863"/>
              <a:gd name="connsiteY3" fmla="*/ 472961 h 2733640"/>
              <a:gd name="connsiteX4" fmla="*/ 15472 w 5251863"/>
              <a:gd name="connsiteY4" fmla="*/ 230720 h 2733640"/>
              <a:gd name="connsiteX5" fmla="*/ 59957 w 5251863"/>
              <a:gd name="connsiteY5" fmla="*/ 0 h 2733640"/>
              <a:gd name="connsiteX6" fmla="*/ 5218026 w 5251863"/>
              <a:gd name="connsiteY6" fmla="*/ 0 h 2733640"/>
              <a:gd name="connsiteX7" fmla="*/ 5241745 w 5251863"/>
              <a:gd name="connsiteY7" fmla="*/ 205032 h 2733640"/>
              <a:gd name="connsiteX8" fmla="*/ 5251863 w 5251863"/>
              <a:gd name="connsiteY8" fmla="*/ 472961 h 2733640"/>
              <a:gd name="connsiteX9" fmla="*/ 4979014 w 5251863"/>
              <a:gd name="connsiteY9" fmla="*/ 1224949 h 2733640"/>
              <a:gd name="connsiteX10" fmla="*/ 4171175 w 5251863"/>
              <a:gd name="connsiteY10" fmla="*/ 1925157 h 2733640"/>
              <a:gd name="connsiteX11" fmla="*/ 3993558 w 5251863"/>
              <a:gd name="connsiteY11" fmla="*/ 2059101 h 2733640"/>
              <a:gd name="connsiteX12" fmla="*/ 2534081 w 5251863"/>
              <a:gd name="connsiteY12" fmla="*/ 2733640 h 2733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251863" h="2733640">
                <a:moveTo>
                  <a:pt x="2534081" y="2733640"/>
                </a:moveTo>
                <a:cubicBezTo>
                  <a:pt x="1722182" y="2733640"/>
                  <a:pt x="1147184" y="2405750"/>
                  <a:pt x="611515" y="1637197"/>
                </a:cubicBezTo>
                <a:cubicBezTo>
                  <a:pt x="541416" y="1536604"/>
                  <a:pt x="472894" y="1445115"/>
                  <a:pt x="406625" y="1356697"/>
                </a:cubicBezTo>
                <a:cubicBezTo>
                  <a:pt x="131973" y="990082"/>
                  <a:pt x="0" y="799426"/>
                  <a:pt x="0" y="472961"/>
                </a:cubicBezTo>
                <a:cubicBezTo>
                  <a:pt x="0" y="391921"/>
                  <a:pt x="5170" y="311128"/>
                  <a:pt x="15472" y="230720"/>
                </a:cubicBezTo>
                <a:lnTo>
                  <a:pt x="59957" y="0"/>
                </a:lnTo>
                <a:lnTo>
                  <a:pt x="5218026" y="0"/>
                </a:lnTo>
                <a:lnTo>
                  <a:pt x="5241745" y="205032"/>
                </a:lnTo>
                <a:cubicBezTo>
                  <a:pt x="5248464" y="293044"/>
                  <a:pt x="5251863" y="382432"/>
                  <a:pt x="5251863" y="472961"/>
                </a:cubicBezTo>
                <a:cubicBezTo>
                  <a:pt x="5251863" y="761910"/>
                  <a:pt x="5167674" y="993814"/>
                  <a:pt x="4979014" y="1224949"/>
                </a:cubicBezTo>
                <a:cubicBezTo>
                  <a:pt x="4781676" y="1466726"/>
                  <a:pt x="4485157" y="1689416"/>
                  <a:pt x="4171175" y="1925157"/>
                </a:cubicBezTo>
                <a:cubicBezTo>
                  <a:pt x="4113246" y="1968599"/>
                  <a:pt x="4053402" y="2013577"/>
                  <a:pt x="3993558" y="2059101"/>
                </a:cubicBezTo>
                <a:cubicBezTo>
                  <a:pt x="3457890" y="2466524"/>
                  <a:pt x="3066929" y="2733640"/>
                  <a:pt x="2534081" y="273364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570CB6C4-9B58-9A3F-9D5D-12C0B58A4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913"/>
            <a:ext cx="6901699" cy="1843087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81039" y="2606040"/>
            <a:ext cx="5276480" cy="3394062"/>
          </a:xfrm>
        </p:spPr>
        <p:txBody>
          <a:bodyPr>
            <a:normAutofit/>
          </a:bodyPr>
          <a:lstStyle>
            <a:lvl1pPr marL="283464" indent="-283464">
              <a:buFont typeface="Arial" panose="020B0604020202020204" pitchFamily="34" charset="0"/>
              <a:buChar char="•"/>
              <a:defRPr sz="1800"/>
            </a:lvl1pPr>
            <a:lvl2pPr marL="548640" indent="-283464">
              <a:buFont typeface="Arial" panose="020B0604020202020204" pitchFamily="34" charset="0"/>
              <a:buChar char="•"/>
              <a:defRPr sz="1800"/>
            </a:lvl2pPr>
            <a:lvl3pPr marL="914400" indent="-283464">
              <a:defRPr sz="1800"/>
            </a:lvl3pPr>
            <a:lvl4pPr marL="1371600" indent="-283464">
              <a:defRPr sz="1800"/>
            </a:lvl4pPr>
            <a:lvl5pPr marL="1828800" indent="-283464"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36159" y="2606040"/>
            <a:ext cx="5274802" cy="3394062"/>
          </a:xfrm>
        </p:spPr>
        <p:txBody>
          <a:bodyPr>
            <a:normAutofit/>
          </a:bodyPr>
          <a:lstStyle>
            <a:lvl1pPr marL="283464" indent="-283464">
              <a:buFont typeface="Arial" panose="020B0604020202020204" pitchFamily="34" charset="0"/>
              <a:buChar char="•"/>
              <a:defRPr sz="1800"/>
            </a:lvl1pPr>
            <a:lvl2pPr marL="548640" indent="-283464">
              <a:buFont typeface="Arial" panose="020B0604020202020204" pitchFamily="34" charset="0"/>
              <a:buChar char="•"/>
              <a:defRPr sz="1800"/>
            </a:lvl2pPr>
            <a:lvl3pPr marL="914400" indent="-283464">
              <a:defRPr sz="1800"/>
            </a:lvl3pPr>
            <a:lvl4pPr marL="1371600" indent="-283464">
              <a:defRPr sz="1800"/>
            </a:lvl4pPr>
            <a:lvl5pPr marL="1828800" indent="-283464"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DDA6B1-6025-FEA3-B8BB-05F6EBA5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50727" y="-9589"/>
            <a:ext cx="3828033" cy="2051003"/>
          </a:xfrm>
          <a:custGeom>
            <a:avLst/>
            <a:gdLst>
              <a:gd name="connsiteX0" fmla="*/ 48561 w 3828033"/>
              <a:gd name="connsiteY0" fmla="*/ 0 h 2051003"/>
              <a:gd name="connsiteX1" fmla="*/ 3738569 w 3828033"/>
              <a:gd name="connsiteY1" fmla="*/ 0 h 2051003"/>
              <a:gd name="connsiteX2" fmla="*/ 3783037 w 3828033"/>
              <a:gd name="connsiteY2" fmla="*/ 131595 h 2051003"/>
              <a:gd name="connsiteX3" fmla="*/ 3828033 w 3828033"/>
              <a:gd name="connsiteY3" fmla="*/ 469010 h 2051003"/>
              <a:gd name="connsiteX4" fmla="*/ 3531647 w 3828033"/>
              <a:gd name="connsiteY4" fmla="*/ 1087435 h 2051003"/>
              <a:gd name="connsiteX5" fmla="*/ 3382306 w 3828033"/>
              <a:gd name="connsiteY5" fmla="*/ 1283727 h 2051003"/>
              <a:gd name="connsiteX6" fmla="*/ 1980966 w 3828033"/>
              <a:gd name="connsiteY6" fmla="*/ 2051003 h 2051003"/>
              <a:gd name="connsiteX7" fmla="*/ 917167 w 3828033"/>
              <a:gd name="connsiteY7" fmla="*/ 1578970 h 2051003"/>
              <a:gd name="connsiteX8" fmla="*/ 787704 w 3828033"/>
              <a:gd name="connsiteY8" fmla="*/ 1485237 h 2051003"/>
              <a:gd name="connsiteX9" fmla="*/ 198877 w 3828033"/>
              <a:gd name="connsiteY9" fmla="*/ 995240 h 2051003"/>
              <a:gd name="connsiteX10" fmla="*/ 0 w 3828033"/>
              <a:gd name="connsiteY10" fmla="*/ 469010 h 2051003"/>
              <a:gd name="connsiteX11" fmla="*/ 45559 w 3828033"/>
              <a:gd name="connsiteY11" fmla="*/ 11416 h 2051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28033" h="2051003">
                <a:moveTo>
                  <a:pt x="48561" y="0"/>
                </a:moveTo>
                <a:lnTo>
                  <a:pt x="3738569" y="0"/>
                </a:lnTo>
                <a:lnTo>
                  <a:pt x="3783037" y="131595"/>
                </a:lnTo>
                <a:cubicBezTo>
                  <a:pt x="3812959" y="242859"/>
                  <a:pt x="3828033" y="355590"/>
                  <a:pt x="3828033" y="469010"/>
                </a:cubicBezTo>
                <a:cubicBezTo>
                  <a:pt x="3828033" y="697465"/>
                  <a:pt x="3731840" y="830884"/>
                  <a:pt x="3531647" y="1087435"/>
                </a:cubicBezTo>
                <a:cubicBezTo>
                  <a:pt x="3483347" y="1149310"/>
                  <a:pt x="3433400" y="1213332"/>
                  <a:pt x="3382306" y="1283727"/>
                </a:cubicBezTo>
                <a:cubicBezTo>
                  <a:pt x="2991862" y="1821551"/>
                  <a:pt x="2572752" y="2051003"/>
                  <a:pt x="1980966" y="2051003"/>
                </a:cubicBezTo>
                <a:cubicBezTo>
                  <a:pt x="1592577" y="2051003"/>
                  <a:pt x="1307610" y="1864080"/>
                  <a:pt x="917167" y="1578970"/>
                </a:cubicBezTo>
                <a:cubicBezTo>
                  <a:pt x="873548" y="1547112"/>
                  <a:pt x="829927" y="1515637"/>
                  <a:pt x="787704" y="1485237"/>
                </a:cubicBezTo>
                <a:cubicBezTo>
                  <a:pt x="558844" y="1320269"/>
                  <a:pt x="342715" y="1164433"/>
                  <a:pt x="198877" y="995240"/>
                </a:cubicBezTo>
                <a:cubicBezTo>
                  <a:pt x="61365" y="833495"/>
                  <a:pt x="0" y="671213"/>
                  <a:pt x="0" y="469010"/>
                </a:cubicBezTo>
                <a:cubicBezTo>
                  <a:pt x="0" y="310633"/>
                  <a:pt x="15484" y="157247"/>
                  <a:pt x="45559" y="11416"/>
                </a:cubicBezTo>
                <a:close/>
              </a:path>
            </a:pathLst>
          </a:custGeom>
          <a:blipFill dpi="0" rotWithShape="1"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6EE14614-7B6B-2144-6181-C2C516D058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0B15B36F-FBDF-DF28-B03B-6D512C4C01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F1BC0A8-A262-DF6C-DB53-DBB7E73BA9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33000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EA5B394-E87D-497D-F9F2-0977C39B5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09598" y="-1"/>
            <a:ext cx="2578595" cy="1851608"/>
          </a:xfrm>
          <a:custGeom>
            <a:avLst/>
            <a:gdLst>
              <a:gd name="connsiteX0" fmla="*/ 262216 w 2578595"/>
              <a:gd name="connsiteY0" fmla="*/ 0 h 1851608"/>
              <a:gd name="connsiteX1" fmla="*/ 2431284 w 2578595"/>
              <a:gd name="connsiteY1" fmla="*/ 0 h 1851608"/>
              <a:gd name="connsiteX2" fmla="*/ 2440505 w 2578595"/>
              <a:gd name="connsiteY2" fmla="*/ 12968 h 1851608"/>
              <a:gd name="connsiteX3" fmla="*/ 2563567 w 2578595"/>
              <a:gd name="connsiteY3" fmla="*/ 327887 h 1851608"/>
              <a:gd name="connsiteX4" fmla="*/ 2542798 w 2578595"/>
              <a:gd name="connsiteY4" fmla="*/ 767011 h 1851608"/>
              <a:gd name="connsiteX5" fmla="*/ 2245889 w 2578595"/>
              <a:gd name="connsiteY5" fmla="*/ 1345436 h 1851608"/>
              <a:gd name="connsiteX6" fmla="*/ 1942073 w 2578595"/>
              <a:gd name="connsiteY6" fmla="*/ 1665183 h 1851608"/>
              <a:gd name="connsiteX7" fmla="*/ 1544592 w 2578595"/>
              <a:gd name="connsiteY7" fmla="*/ 1845132 h 1851608"/>
              <a:gd name="connsiteX8" fmla="*/ 1014793 w 2578595"/>
              <a:gd name="connsiteY8" fmla="*/ 1813603 h 1851608"/>
              <a:gd name="connsiteX9" fmla="*/ 906791 w 2578595"/>
              <a:gd name="connsiteY9" fmla="*/ 1799274 h 1851608"/>
              <a:gd name="connsiteX10" fmla="*/ 199968 w 2578595"/>
              <a:gd name="connsiteY10" fmla="*/ 1523985 h 1851608"/>
              <a:gd name="connsiteX11" fmla="*/ 110410 w 2578595"/>
              <a:gd name="connsiteY11" fmla="*/ 427409 h 1851608"/>
              <a:gd name="connsiteX12" fmla="*/ 170245 w 2578595"/>
              <a:gd name="connsiteY12" fmla="*/ 250037 h 1851608"/>
              <a:gd name="connsiteX13" fmla="*/ 248693 w 2578595"/>
              <a:gd name="connsiteY13" fmla="*/ 29263 h 1851608"/>
              <a:gd name="connsiteX14" fmla="*/ 262216 w 2578595"/>
              <a:gd name="connsiteY14" fmla="*/ 0 h 185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578595" h="1851608">
                <a:moveTo>
                  <a:pt x="262216" y="0"/>
                </a:moveTo>
                <a:lnTo>
                  <a:pt x="2431284" y="0"/>
                </a:lnTo>
                <a:lnTo>
                  <a:pt x="2440505" y="12968"/>
                </a:lnTo>
                <a:cubicBezTo>
                  <a:pt x="2501863" y="111147"/>
                  <a:pt x="2543117" y="216661"/>
                  <a:pt x="2563567" y="327887"/>
                </a:cubicBezTo>
                <a:cubicBezTo>
                  <a:pt x="2589080" y="466907"/>
                  <a:pt x="2582077" y="614661"/>
                  <a:pt x="2542798" y="767011"/>
                </a:cubicBezTo>
                <a:cubicBezTo>
                  <a:pt x="2492581" y="961654"/>
                  <a:pt x="2390412" y="1159241"/>
                  <a:pt x="2245889" y="1345436"/>
                </a:cubicBezTo>
                <a:cubicBezTo>
                  <a:pt x="2159174" y="1457151"/>
                  <a:pt x="2057212" y="1564767"/>
                  <a:pt x="1942073" y="1665183"/>
                </a:cubicBezTo>
                <a:cubicBezTo>
                  <a:pt x="1819575" y="1772020"/>
                  <a:pt x="1696983" y="1827497"/>
                  <a:pt x="1544592" y="1845132"/>
                </a:cubicBezTo>
                <a:cubicBezTo>
                  <a:pt x="1385186" y="1863583"/>
                  <a:pt x="1205276" y="1839320"/>
                  <a:pt x="1014793" y="1813603"/>
                </a:cubicBezTo>
                <a:cubicBezTo>
                  <a:pt x="979671" y="1808839"/>
                  <a:pt x="943347" y="1803955"/>
                  <a:pt x="906791" y="1799274"/>
                </a:cubicBezTo>
                <a:cubicBezTo>
                  <a:pt x="579600" y="1757338"/>
                  <a:pt x="353621" y="1715549"/>
                  <a:pt x="199968" y="1523985"/>
                </a:cubicBezTo>
                <a:cubicBezTo>
                  <a:pt x="-34150" y="1232101"/>
                  <a:pt x="-60950" y="904151"/>
                  <a:pt x="110410" y="427409"/>
                </a:cubicBezTo>
                <a:cubicBezTo>
                  <a:pt x="132842" y="365014"/>
                  <a:pt x="151869" y="306553"/>
                  <a:pt x="170245" y="250037"/>
                </a:cubicBezTo>
                <a:cubicBezTo>
                  <a:pt x="198829" y="162177"/>
                  <a:pt x="222710" y="90680"/>
                  <a:pt x="248693" y="29263"/>
                </a:cubicBezTo>
                <a:lnTo>
                  <a:pt x="26221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972EB80-2481-76DF-C059-1F8EF9D3EE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220"/>
            <a:ext cx="7294563" cy="1345269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2E2B5D6-C4F5-E91B-0613-B52752FD944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81039" y="2429436"/>
            <a:ext cx="3283684" cy="3742764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48640" indent="-342900">
              <a:buFont typeface="+mj-lt"/>
              <a:buAutoNum type="alphaLcPeriod"/>
              <a:defRPr sz="1800"/>
            </a:lvl2pPr>
            <a:lvl3pPr marL="914400" indent="-342900">
              <a:buFont typeface="+mj-lt"/>
              <a:buAutoNum type="arabicParenR"/>
              <a:defRPr sz="1800"/>
            </a:lvl3pPr>
            <a:lvl4pPr marL="1371600" indent="-342900">
              <a:buFont typeface="+mj-lt"/>
              <a:buAutoNum type="alphaLcParenR"/>
              <a:defRPr sz="1800"/>
            </a:lvl4pPr>
            <a:lvl5pPr marL="1828800" indent="-34290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CE7AAEC-DF78-EE6D-5B4C-F2842196B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06231" y="-115242"/>
            <a:ext cx="2825510" cy="2125877"/>
          </a:xfrm>
          <a:custGeom>
            <a:avLst/>
            <a:gdLst>
              <a:gd name="connsiteX0" fmla="*/ 289451 w 2825510"/>
              <a:gd name="connsiteY0" fmla="*/ 0 h 2125877"/>
              <a:gd name="connsiteX1" fmla="*/ 2605319 w 2825510"/>
              <a:gd name="connsiteY1" fmla="*/ 0 h 2125877"/>
              <a:gd name="connsiteX2" fmla="*/ 2666466 w 2825510"/>
              <a:gd name="connsiteY2" fmla="*/ 86842 h 2125877"/>
              <a:gd name="connsiteX3" fmla="*/ 2806379 w 2825510"/>
              <a:gd name="connsiteY3" fmla="*/ 441175 h 2125877"/>
              <a:gd name="connsiteX4" fmla="*/ 2790174 w 2825510"/>
              <a:gd name="connsiteY4" fmla="*/ 931943 h 2125877"/>
              <a:gd name="connsiteX5" fmla="*/ 2373655 w 2825510"/>
              <a:gd name="connsiteY5" fmla="*/ 1695462 h 2125877"/>
              <a:gd name="connsiteX6" fmla="*/ 2143838 w 2825510"/>
              <a:gd name="connsiteY6" fmla="*/ 1926132 h 2125877"/>
              <a:gd name="connsiteX7" fmla="*/ 1709942 w 2825510"/>
              <a:gd name="connsiteY7" fmla="*/ 2120544 h 2125877"/>
              <a:gd name="connsiteX8" fmla="*/ 1127522 w 2825510"/>
              <a:gd name="connsiteY8" fmla="*/ 2076154 h 2125877"/>
              <a:gd name="connsiteX9" fmla="*/ 1008674 w 2825510"/>
              <a:gd name="connsiteY9" fmla="*/ 2058267 h 2125877"/>
              <a:gd name="connsiteX10" fmla="*/ 228139 w 2825510"/>
              <a:gd name="connsiteY10" fmla="*/ 1738200 h 2125877"/>
              <a:gd name="connsiteX11" fmla="*/ 113264 w 2825510"/>
              <a:gd name="connsiteY11" fmla="*/ 510222 h 2125877"/>
              <a:gd name="connsiteX12" fmla="*/ 176321 w 2825510"/>
              <a:gd name="connsiteY12" fmla="*/ 312875 h 2125877"/>
              <a:gd name="connsiteX13" fmla="*/ 287878 w 2825510"/>
              <a:gd name="connsiteY13" fmla="*/ 2580 h 2125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825510" h="2125877">
                <a:moveTo>
                  <a:pt x="289451" y="0"/>
                </a:moveTo>
                <a:lnTo>
                  <a:pt x="2605319" y="0"/>
                </a:lnTo>
                <a:lnTo>
                  <a:pt x="2666466" y="86842"/>
                </a:lnTo>
                <a:cubicBezTo>
                  <a:pt x="2735340" y="197705"/>
                  <a:pt x="2782244" y="316424"/>
                  <a:pt x="2806379" y="441175"/>
                </a:cubicBezTo>
                <a:cubicBezTo>
                  <a:pt x="2836495" y="597099"/>
                  <a:pt x="2831027" y="762227"/>
                  <a:pt x="2790174" y="931943"/>
                </a:cubicBezTo>
                <a:cubicBezTo>
                  <a:pt x="2727495" y="1192140"/>
                  <a:pt x="2582711" y="1455785"/>
                  <a:pt x="2373655" y="1695462"/>
                </a:cubicBezTo>
                <a:cubicBezTo>
                  <a:pt x="2303969" y="1775353"/>
                  <a:pt x="2227143" y="1852582"/>
                  <a:pt x="2143838" y="1926132"/>
                </a:cubicBezTo>
                <a:cubicBezTo>
                  <a:pt x="2010889" y="2043510"/>
                  <a:pt x="1877067" y="2103445"/>
                  <a:pt x="1709942" y="2120544"/>
                </a:cubicBezTo>
                <a:cubicBezTo>
                  <a:pt x="1535125" y="2138433"/>
                  <a:pt x="1337140" y="2108198"/>
                  <a:pt x="1127522" y="2076154"/>
                </a:cubicBezTo>
                <a:cubicBezTo>
                  <a:pt x="1088872" y="2070223"/>
                  <a:pt x="1048899" y="2064133"/>
                  <a:pt x="1008674" y="2058267"/>
                </a:cubicBezTo>
                <a:cubicBezTo>
                  <a:pt x="648648" y="2005728"/>
                  <a:pt x="399797" y="1955097"/>
                  <a:pt x="228139" y="1738200"/>
                </a:cubicBezTo>
                <a:cubicBezTo>
                  <a:pt x="-33415" y="1407718"/>
                  <a:pt x="-67786" y="1040469"/>
                  <a:pt x="113264" y="510222"/>
                </a:cubicBezTo>
                <a:cubicBezTo>
                  <a:pt x="136966" y="440824"/>
                  <a:pt x="156987" y="375768"/>
                  <a:pt x="176321" y="312875"/>
                </a:cubicBezTo>
                <a:cubicBezTo>
                  <a:pt x="216423" y="182513"/>
                  <a:pt x="247775" y="84540"/>
                  <a:pt x="287878" y="258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81BED6B2-2B6A-D83E-5C36-F6D71FA9E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00104" y="-115244"/>
            <a:ext cx="3040473" cy="2241120"/>
          </a:xfrm>
          <a:custGeom>
            <a:avLst/>
            <a:gdLst>
              <a:gd name="connsiteX0" fmla="*/ 294180 w 3040473"/>
              <a:gd name="connsiteY0" fmla="*/ 0 h 2241120"/>
              <a:gd name="connsiteX1" fmla="*/ 2849300 w 3040473"/>
              <a:gd name="connsiteY1" fmla="*/ 0 h 2241120"/>
              <a:gd name="connsiteX2" fmla="*/ 2872181 w 3040473"/>
              <a:gd name="connsiteY2" fmla="*/ 32760 h 2241120"/>
              <a:gd name="connsiteX3" fmla="*/ 3020886 w 3040473"/>
              <a:gd name="connsiteY3" fmla="*/ 414920 h 2241120"/>
              <a:gd name="connsiteX4" fmla="*/ 3001050 w 3040473"/>
              <a:gd name="connsiteY4" fmla="*/ 945260 h 2241120"/>
              <a:gd name="connsiteX5" fmla="*/ 2549423 w 3040473"/>
              <a:gd name="connsiteY5" fmla="*/ 1772259 h 2241120"/>
              <a:gd name="connsiteX6" fmla="*/ 2301170 w 3040473"/>
              <a:gd name="connsiteY6" fmla="*/ 2022617 h 2241120"/>
              <a:gd name="connsiteX7" fmla="*/ 1833654 w 3040473"/>
              <a:gd name="connsiteY7" fmla="*/ 2234799 h 2241120"/>
              <a:gd name="connsiteX8" fmla="*/ 1207605 w 3040473"/>
              <a:gd name="connsiteY8" fmla="*/ 2189690 h 2241120"/>
              <a:gd name="connsiteX9" fmla="*/ 1079897 w 3040473"/>
              <a:gd name="connsiteY9" fmla="*/ 2170945 h 2241120"/>
              <a:gd name="connsiteX10" fmla="*/ 242172 w 3040473"/>
              <a:gd name="connsiteY10" fmla="*/ 1828946 h 2241120"/>
              <a:gd name="connsiteX11" fmla="*/ 124682 w 3040473"/>
              <a:gd name="connsiteY11" fmla="*/ 502715 h 2241120"/>
              <a:gd name="connsiteX12" fmla="*/ 193455 w 3040473"/>
              <a:gd name="connsiteY12" fmla="*/ 289178 h 2241120"/>
              <a:gd name="connsiteX13" fmla="*/ 283745 w 3040473"/>
              <a:gd name="connsiteY13" fmla="*/ 23445 h 2241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40473" h="2241120">
                <a:moveTo>
                  <a:pt x="294180" y="0"/>
                </a:moveTo>
                <a:lnTo>
                  <a:pt x="2849300" y="0"/>
                </a:lnTo>
                <a:lnTo>
                  <a:pt x="2872181" y="32760"/>
                </a:lnTo>
                <a:cubicBezTo>
                  <a:pt x="2945695" y="152206"/>
                  <a:pt x="2995546" y="280250"/>
                  <a:pt x="3020886" y="414920"/>
                </a:cubicBezTo>
                <a:cubicBezTo>
                  <a:pt x="3052503" y="583244"/>
                  <a:pt x="3045812" y="761687"/>
                  <a:pt x="3001050" y="945260"/>
                </a:cubicBezTo>
                <a:cubicBezTo>
                  <a:pt x="2932375" y="1226701"/>
                  <a:pt x="2775394" y="1512271"/>
                  <a:pt x="2549423" y="1772259"/>
                </a:cubicBezTo>
                <a:cubicBezTo>
                  <a:pt x="2474098" y="1858921"/>
                  <a:pt x="2391109" y="1942740"/>
                  <a:pt x="2301170" y="2022617"/>
                </a:cubicBezTo>
                <a:cubicBezTo>
                  <a:pt x="2157636" y="2150092"/>
                  <a:pt x="2013445" y="2215506"/>
                  <a:pt x="1833654" y="2234799"/>
                </a:cubicBezTo>
                <a:cubicBezTo>
                  <a:pt x="1645588" y="2254983"/>
                  <a:pt x="1432846" y="2223285"/>
                  <a:pt x="1207605" y="2189690"/>
                </a:cubicBezTo>
                <a:cubicBezTo>
                  <a:pt x="1166075" y="2183470"/>
                  <a:pt x="1123122" y="2177087"/>
                  <a:pt x="1079897" y="2170945"/>
                </a:cubicBezTo>
                <a:cubicBezTo>
                  <a:pt x="693025" y="2115942"/>
                  <a:pt x="425689" y="2062455"/>
                  <a:pt x="242172" y="1828946"/>
                </a:cubicBezTo>
                <a:cubicBezTo>
                  <a:pt x="-37449" y="1473151"/>
                  <a:pt x="-72603" y="1076517"/>
                  <a:pt x="124682" y="502715"/>
                </a:cubicBezTo>
                <a:cubicBezTo>
                  <a:pt x="150509" y="427616"/>
                  <a:pt x="172357" y="357226"/>
                  <a:pt x="193455" y="289178"/>
                </a:cubicBezTo>
                <a:cubicBezTo>
                  <a:pt x="226275" y="183392"/>
                  <a:pt x="253715" y="97314"/>
                  <a:pt x="283745" y="2344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5817F3C-7A01-E551-7970-8E0764D01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90269" y="0"/>
            <a:ext cx="2233692" cy="1738835"/>
          </a:xfrm>
          <a:custGeom>
            <a:avLst/>
            <a:gdLst>
              <a:gd name="connsiteX0" fmla="*/ 265392 w 2233692"/>
              <a:gd name="connsiteY0" fmla="*/ 0 h 1738835"/>
              <a:gd name="connsiteX1" fmla="*/ 2058083 w 2233692"/>
              <a:gd name="connsiteY1" fmla="*/ 0 h 1738835"/>
              <a:gd name="connsiteX2" fmla="*/ 2114073 w 2233692"/>
              <a:gd name="connsiteY2" fmla="*/ 81911 h 1738835"/>
              <a:gd name="connsiteX3" fmla="*/ 2220675 w 2233692"/>
              <a:gd name="connsiteY3" fmla="*/ 365706 h 1738835"/>
              <a:gd name="connsiteX4" fmla="*/ 2202684 w 2233692"/>
              <a:gd name="connsiteY4" fmla="*/ 761429 h 1738835"/>
              <a:gd name="connsiteX5" fmla="*/ 1866035 w 2233692"/>
              <a:gd name="connsiteY5" fmla="*/ 1382028 h 1738835"/>
              <a:gd name="connsiteX6" fmla="*/ 1682309 w 2233692"/>
              <a:gd name="connsiteY6" fmla="*/ 1570835 h 1738835"/>
              <a:gd name="connsiteX7" fmla="*/ 1337994 w 2233692"/>
              <a:gd name="connsiteY7" fmla="*/ 1733000 h 1738835"/>
              <a:gd name="connsiteX8" fmla="*/ 879058 w 2233692"/>
              <a:gd name="connsiteY8" fmla="*/ 1704588 h 1738835"/>
              <a:gd name="connsiteX9" fmla="*/ 785502 w 2233692"/>
              <a:gd name="connsiteY9" fmla="*/ 1691674 h 1738835"/>
              <a:gd name="connsiteX10" fmla="*/ 173222 w 2233692"/>
              <a:gd name="connsiteY10" fmla="*/ 1443591 h 1738835"/>
              <a:gd name="connsiteX11" fmla="*/ 95641 w 2233692"/>
              <a:gd name="connsiteY11" fmla="*/ 455391 h 1738835"/>
              <a:gd name="connsiteX12" fmla="*/ 147474 w 2233692"/>
              <a:gd name="connsiteY12" fmla="*/ 295550 h 1738835"/>
              <a:gd name="connsiteX13" fmla="*/ 238761 w 2233692"/>
              <a:gd name="connsiteY13" fmla="*/ 44066 h 1738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33692" h="1738835">
                <a:moveTo>
                  <a:pt x="265392" y="0"/>
                </a:moveTo>
                <a:lnTo>
                  <a:pt x="2058083" y="0"/>
                </a:lnTo>
                <a:lnTo>
                  <a:pt x="2114073" y="81911"/>
                </a:lnTo>
                <a:cubicBezTo>
                  <a:pt x="2167224" y="170386"/>
                  <a:pt x="2202960" y="265472"/>
                  <a:pt x="2220675" y="365706"/>
                </a:cubicBezTo>
                <a:cubicBezTo>
                  <a:pt x="2242774" y="490987"/>
                  <a:pt x="2236710" y="624135"/>
                  <a:pt x="2202684" y="761429"/>
                </a:cubicBezTo>
                <a:cubicBezTo>
                  <a:pt x="2150482" y="971920"/>
                  <a:pt x="2033479" y="1186226"/>
                  <a:pt x="1866035" y="1382028"/>
                </a:cubicBezTo>
                <a:cubicBezTo>
                  <a:pt x="1810219" y="1447296"/>
                  <a:pt x="1748801" y="1510507"/>
                  <a:pt x="1682309" y="1570835"/>
                </a:cubicBezTo>
                <a:cubicBezTo>
                  <a:pt x="1576194" y="1667113"/>
                  <a:pt x="1470001" y="1717107"/>
                  <a:pt x="1337994" y="1733000"/>
                </a:cubicBezTo>
                <a:cubicBezTo>
                  <a:pt x="1199910" y="1749626"/>
                  <a:pt x="1044062" y="1727762"/>
                  <a:pt x="879058" y="1704588"/>
                </a:cubicBezTo>
                <a:cubicBezTo>
                  <a:pt x="848634" y="1700293"/>
                  <a:pt x="817168" y="1695892"/>
                  <a:pt x="785502" y="1691674"/>
                </a:cubicBezTo>
                <a:cubicBezTo>
                  <a:pt x="502076" y="1653883"/>
                  <a:pt x="306322" y="1616222"/>
                  <a:pt x="173222" y="1443591"/>
                </a:cubicBezTo>
                <a:cubicBezTo>
                  <a:pt x="-29583" y="1180556"/>
                  <a:pt x="-52797" y="885016"/>
                  <a:pt x="95641" y="455391"/>
                </a:cubicBezTo>
                <a:cubicBezTo>
                  <a:pt x="115073" y="399164"/>
                  <a:pt x="131555" y="346480"/>
                  <a:pt x="147474" y="295550"/>
                </a:cubicBezTo>
                <a:cubicBezTo>
                  <a:pt x="180489" y="189982"/>
                  <a:pt x="206259" y="110627"/>
                  <a:pt x="238761" y="44066"/>
                </a:cubicBezTo>
                <a:close/>
              </a:path>
            </a:pathLst>
          </a:custGeom>
          <a:blipFill>
            <a:blip r:embed="rId2" cstate="print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B2E168A8-B8D1-E9B2-00BA-6BDE015AF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36094" y="874310"/>
            <a:ext cx="1323335" cy="1258997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AD14604-7155-33F1-8769-9D16006A0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85755" y="823866"/>
            <a:ext cx="1424013" cy="1359885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04E605F2-BDF1-3ADA-342B-7FA453741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93916" y="941398"/>
            <a:ext cx="1207691" cy="1124820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8044EBD1-C32A-97AF-9AF3-D320537C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374684" y="996982"/>
            <a:ext cx="1046155" cy="1013653"/>
          </a:xfrm>
          <a:custGeom>
            <a:avLst/>
            <a:gdLst>
              <a:gd name="connsiteX0" fmla="*/ 529533 w 1046155"/>
              <a:gd name="connsiteY0" fmla="*/ 55 h 1013653"/>
              <a:gd name="connsiteX1" fmla="*/ 585870 w 1046155"/>
              <a:gd name="connsiteY1" fmla="*/ 2019 h 1013653"/>
              <a:gd name="connsiteX2" fmla="*/ 798020 w 1046155"/>
              <a:gd name="connsiteY2" fmla="*/ 62153 h 1013653"/>
              <a:gd name="connsiteX3" fmla="*/ 889077 w 1046155"/>
              <a:gd name="connsiteY3" fmla="*/ 121638 h 1013653"/>
              <a:gd name="connsiteX4" fmla="*/ 962529 w 1046155"/>
              <a:gd name="connsiteY4" fmla="*/ 197248 h 1013653"/>
              <a:gd name="connsiteX5" fmla="*/ 1040059 w 1046155"/>
              <a:gd name="connsiteY5" fmla="*/ 370545 h 1013653"/>
              <a:gd name="connsiteX6" fmla="*/ 1031633 w 1046155"/>
              <a:gd name="connsiteY6" fmla="*/ 555883 h 1013653"/>
              <a:gd name="connsiteX7" fmla="*/ 873962 w 1046155"/>
              <a:gd name="connsiteY7" fmla="*/ 846542 h 1013653"/>
              <a:gd name="connsiteX8" fmla="*/ 787914 w 1046155"/>
              <a:gd name="connsiteY8" fmla="*/ 934970 h 1013653"/>
              <a:gd name="connsiteX9" fmla="*/ 626653 w 1046155"/>
              <a:gd name="connsiteY9" fmla="*/ 1010920 h 1013653"/>
              <a:gd name="connsiteX10" fmla="*/ 411709 w 1046155"/>
              <a:gd name="connsiteY10" fmla="*/ 997613 h 1013653"/>
              <a:gd name="connsiteX11" fmla="*/ 367892 w 1046155"/>
              <a:gd name="connsiteY11" fmla="*/ 991565 h 1013653"/>
              <a:gd name="connsiteX12" fmla="*/ 81129 w 1046155"/>
              <a:gd name="connsiteY12" fmla="*/ 875375 h 1013653"/>
              <a:gd name="connsiteX13" fmla="*/ 44794 w 1046155"/>
              <a:gd name="connsiteY13" fmla="*/ 412549 h 1013653"/>
              <a:gd name="connsiteX14" fmla="*/ 69070 w 1046155"/>
              <a:gd name="connsiteY14" fmla="*/ 337687 h 1013653"/>
              <a:gd name="connsiteX15" fmla="*/ 173500 w 1046155"/>
              <a:gd name="connsiteY15" fmla="*/ 138076 h 1013653"/>
              <a:gd name="connsiteX16" fmla="*/ 365941 w 1046155"/>
              <a:gd name="connsiteY16" fmla="*/ 26832 h 1013653"/>
              <a:gd name="connsiteX17" fmla="*/ 529533 w 1046155"/>
              <a:gd name="connsiteY17" fmla="*/ 55 h 1013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46155" h="1013653">
                <a:moveTo>
                  <a:pt x="529533" y="55"/>
                </a:moveTo>
                <a:cubicBezTo>
                  <a:pt x="548195" y="-202"/>
                  <a:pt x="566984" y="451"/>
                  <a:pt x="585870" y="2019"/>
                </a:cubicBezTo>
                <a:cubicBezTo>
                  <a:pt x="660133" y="8170"/>
                  <a:pt x="733490" y="28948"/>
                  <a:pt x="798020" y="62153"/>
                </a:cubicBezTo>
                <a:cubicBezTo>
                  <a:pt x="831175" y="79182"/>
                  <a:pt x="861594" y="99066"/>
                  <a:pt x="889077" y="121638"/>
                </a:cubicBezTo>
                <a:cubicBezTo>
                  <a:pt x="916562" y="144209"/>
                  <a:pt x="941112" y="169469"/>
                  <a:pt x="962529" y="197248"/>
                </a:cubicBezTo>
                <a:cubicBezTo>
                  <a:pt x="1002929" y="249645"/>
                  <a:pt x="1028996" y="307952"/>
                  <a:pt x="1040059" y="370545"/>
                </a:cubicBezTo>
                <a:cubicBezTo>
                  <a:pt x="1050409" y="429221"/>
                  <a:pt x="1047569" y="491581"/>
                  <a:pt x="1031633" y="555883"/>
                </a:cubicBezTo>
                <a:cubicBezTo>
                  <a:pt x="1007184" y="654467"/>
                  <a:pt x="952385" y="754837"/>
                  <a:pt x="873962" y="846542"/>
                </a:cubicBezTo>
                <a:cubicBezTo>
                  <a:pt x="847821" y="877110"/>
                  <a:pt x="819055" y="906715"/>
                  <a:pt x="787914" y="934970"/>
                </a:cubicBezTo>
                <a:cubicBezTo>
                  <a:pt x="738214" y="980062"/>
                  <a:pt x="688479" y="1003477"/>
                  <a:pt x="626653" y="1010920"/>
                </a:cubicBezTo>
                <a:cubicBezTo>
                  <a:pt x="561981" y="1018707"/>
                  <a:pt x="488989" y="1008467"/>
                  <a:pt x="411709" y="997613"/>
                </a:cubicBezTo>
                <a:cubicBezTo>
                  <a:pt x="397460" y="995602"/>
                  <a:pt x="382723" y="993541"/>
                  <a:pt x="367892" y="991565"/>
                </a:cubicBezTo>
                <a:cubicBezTo>
                  <a:pt x="235149" y="973866"/>
                  <a:pt x="143467" y="956227"/>
                  <a:pt x="81129" y="875375"/>
                </a:cubicBezTo>
                <a:cubicBezTo>
                  <a:pt x="-13855" y="752182"/>
                  <a:pt x="-24727" y="613765"/>
                  <a:pt x="44794" y="412549"/>
                </a:cubicBezTo>
                <a:cubicBezTo>
                  <a:pt x="53895" y="386215"/>
                  <a:pt x="61614" y="361540"/>
                  <a:pt x="69070" y="337687"/>
                </a:cubicBezTo>
                <a:cubicBezTo>
                  <a:pt x="99995" y="238801"/>
                  <a:pt x="117348" y="189023"/>
                  <a:pt x="173500" y="138076"/>
                </a:cubicBezTo>
                <a:cubicBezTo>
                  <a:pt x="229254" y="87490"/>
                  <a:pt x="294008" y="50071"/>
                  <a:pt x="365941" y="26832"/>
                </a:cubicBezTo>
                <a:cubicBezTo>
                  <a:pt x="418722" y="9787"/>
                  <a:pt x="473549" y="825"/>
                  <a:pt x="529533" y="55"/>
                </a:cubicBezTo>
                <a:close/>
              </a:path>
            </a:pathLst>
          </a:custGeom>
          <a:blipFill dpi="0" rotWithShape="1"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64CD6-CBC4-7AC6-C929-63C3FA6913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59263" y="2428875"/>
            <a:ext cx="7228576" cy="3743325"/>
          </a:xfrm>
        </p:spPr>
        <p:txBody>
          <a:bodyPr>
            <a:normAutofit/>
          </a:bodyPr>
          <a:lstStyle>
            <a:lvl1pPr>
              <a:defRPr sz="1800"/>
            </a:lvl1pPr>
            <a:lvl2pPr marL="285750" indent="-285750">
              <a:buFont typeface="Arial" panose="020B0604020202020204" pitchFamily="34" charset="0"/>
              <a:buChar char="•"/>
              <a:defRPr sz="1800"/>
            </a:lvl2pPr>
            <a:lvl3pPr>
              <a:defRPr sz="1800"/>
            </a:lvl3pPr>
            <a:lvl4pPr>
              <a:defRPr sz="1800"/>
            </a:lvl4pPr>
            <a:lvl5pPr marL="1828800"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9126BD7-FA78-021A-88A6-8125F226A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4AB8D6D-8446-28BA-5303-9CAC699EEE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6265813-9153-0723-D330-6861790EB5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8595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har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DCE10AF-EFC7-450A-8AB0-0BDC36897B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913"/>
            <a:ext cx="10829923" cy="1344612"/>
          </a:xfrm>
        </p:spPr>
        <p:txBody>
          <a:bodyPr anchor="b"/>
          <a:lstStyle>
            <a:lvl1pPr>
              <a:lnSpc>
                <a:spcPct val="100000"/>
              </a:lnSpc>
              <a:defRPr spc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361F1FA-3EF1-7343-5C8E-028D0C93895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81038" y="2107096"/>
            <a:ext cx="10829923" cy="2846567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48640" indent="-285750">
              <a:buFont typeface="Arial" panose="020B0604020202020204" pitchFamily="34" charset="0"/>
              <a:buChar char="•"/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CBB1601-97BD-4C51-82D2-26EA206278D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53" y="3978381"/>
            <a:ext cx="12188647" cy="2879619"/>
          </a:xfrm>
          <a:custGeom>
            <a:avLst/>
            <a:gdLst>
              <a:gd name="connsiteX0" fmla="*/ 0 w 12188647"/>
              <a:gd name="connsiteY0" fmla="*/ 0 h 2879619"/>
              <a:gd name="connsiteX1" fmla="*/ 136072 w 12188647"/>
              <a:gd name="connsiteY1" fmla="*/ 82968 h 2879619"/>
              <a:gd name="connsiteX2" fmla="*/ 857450 w 12188647"/>
              <a:gd name="connsiteY2" fmla="*/ 470830 h 2879619"/>
              <a:gd name="connsiteX3" fmla="*/ 5751832 w 12188647"/>
              <a:gd name="connsiteY3" fmla="*/ 1877960 h 2879619"/>
              <a:gd name="connsiteX4" fmla="*/ 12163508 w 12188647"/>
              <a:gd name="connsiteY4" fmla="*/ 676118 h 2879619"/>
              <a:gd name="connsiteX5" fmla="*/ 12188647 w 12188647"/>
              <a:gd name="connsiteY5" fmla="*/ 660457 h 2879619"/>
              <a:gd name="connsiteX6" fmla="*/ 12188647 w 12188647"/>
              <a:gd name="connsiteY6" fmla="*/ 2879619 h 2879619"/>
              <a:gd name="connsiteX7" fmla="*/ 0 w 12188647"/>
              <a:gd name="connsiteY7" fmla="*/ 2879619 h 2879619"/>
              <a:gd name="connsiteX8" fmla="*/ 0 w 12188647"/>
              <a:gd name="connsiteY8" fmla="*/ 309760 h 2879619"/>
              <a:gd name="connsiteX9" fmla="*/ 11983 w 12188647"/>
              <a:gd name="connsiteY9" fmla="*/ 317356 h 2879619"/>
              <a:gd name="connsiteX10" fmla="*/ 719453 w 12188647"/>
              <a:gd name="connsiteY10" fmla="*/ 711503 h 2879619"/>
              <a:gd name="connsiteX11" fmla="*/ 5648922 w 12188647"/>
              <a:gd name="connsiteY11" fmla="*/ 2186930 h 2879619"/>
              <a:gd name="connsiteX12" fmla="*/ 12145074 w 12188647"/>
              <a:gd name="connsiteY12" fmla="*/ 1270841 h 2879619"/>
              <a:gd name="connsiteX13" fmla="*/ 12188341 w 12188647"/>
              <a:gd name="connsiteY13" fmla="*/ 1250622 h 2879619"/>
              <a:gd name="connsiteX14" fmla="*/ 12188341 w 12188647"/>
              <a:gd name="connsiteY14" fmla="*/ 1237591 h 2879619"/>
              <a:gd name="connsiteX15" fmla="*/ 12146557 w 12188647"/>
              <a:gd name="connsiteY15" fmla="*/ 1257118 h 2879619"/>
              <a:gd name="connsiteX16" fmla="*/ 5650403 w 12188647"/>
              <a:gd name="connsiteY16" fmla="*/ 2173208 h 2879619"/>
              <a:gd name="connsiteX17" fmla="*/ 720934 w 12188647"/>
              <a:gd name="connsiteY17" fmla="*/ 697780 h 2879619"/>
              <a:gd name="connsiteX18" fmla="*/ 13463 w 12188647"/>
              <a:gd name="connsiteY18" fmla="*/ 303633 h 2879619"/>
              <a:gd name="connsiteX19" fmla="*/ 0 w 12188647"/>
              <a:gd name="connsiteY19" fmla="*/ 295098 h 2879619"/>
              <a:gd name="connsiteX20" fmla="*/ 0 w 12188647"/>
              <a:gd name="connsiteY20" fmla="*/ 155134 h 2879619"/>
              <a:gd name="connsiteX21" fmla="*/ 134244 w 12188647"/>
              <a:gd name="connsiteY21" fmla="*/ 236988 h 2879619"/>
              <a:gd name="connsiteX22" fmla="*/ 855622 w 12188647"/>
              <a:gd name="connsiteY22" fmla="*/ 624851 h 2879619"/>
              <a:gd name="connsiteX23" fmla="*/ 5750002 w 12188647"/>
              <a:gd name="connsiteY23" fmla="*/ 2031981 h 2879619"/>
              <a:gd name="connsiteX24" fmla="*/ 12161680 w 12188647"/>
              <a:gd name="connsiteY24" fmla="*/ 830139 h 2879619"/>
              <a:gd name="connsiteX25" fmla="*/ 12188341 w 12188647"/>
              <a:gd name="connsiteY25" fmla="*/ 813529 h 2879619"/>
              <a:gd name="connsiteX26" fmla="*/ 12188341 w 12188647"/>
              <a:gd name="connsiteY26" fmla="*/ 788245 h 2879619"/>
              <a:gd name="connsiteX27" fmla="*/ 12161680 w 12188647"/>
              <a:gd name="connsiteY27" fmla="*/ 804854 h 2879619"/>
              <a:gd name="connsiteX28" fmla="*/ 5750002 w 12188647"/>
              <a:gd name="connsiteY28" fmla="*/ 2006696 h 2879619"/>
              <a:gd name="connsiteX29" fmla="*/ 855622 w 12188647"/>
              <a:gd name="connsiteY29" fmla="*/ 599566 h 2879619"/>
              <a:gd name="connsiteX30" fmla="*/ 134244 w 12188647"/>
              <a:gd name="connsiteY30" fmla="*/ 211703 h 2879619"/>
              <a:gd name="connsiteX31" fmla="*/ 0 w 12188647"/>
              <a:gd name="connsiteY31" fmla="*/ 129850 h 2879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2188647" h="2879619">
                <a:moveTo>
                  <a:pt x="0" y="0"/>
                </a:moveTo>
                <a:lnTo>
                  <a:pt x="136072" y="82968"/>
                </a:lnTo>
                <a:cubicBezTo>
                  <a:pt x="362717" y="213458"/>
                  <a:pt x="607531" y="341553"/>
                  <a:pt x="857450" y="470830"/>
                </a:cubicBezTo>
                <a:cubicBezTo>
                  <a:pt x="2229816" y="1180739"/>
                  <a:pt x="3356379" y="1877960"/>
                  <a:pt x="5751832" y="1877960"/>
                </a:cubicBezTo>
                <a:cubicBezTo>
                  <a:pt x="8469032" y="1877960"/>
                  <a:pt x="10848618" y="1447240"/>
                  <a:pt x="12163508" y="676118"/>
                </a:cubicBezTo>
                <a:lnTo>
                  <a:pt x="12188647" y="660457"/>
                </a:lnTo>
                <a:lnTo>
                  <a:pt x="12188647" y="2879619"/>
                </a:lnTo>
                <a:lnTo>
                  <a:pt x="0" y="2879619"/>
                </a:lnTo>
                <a:lnTo>
                  <a:pt x="0" y="309760"/>
                </a:lnTo>
                <a:lnTo>
                  <a:pt x="11983" y="317356"/>
                </a:lnTo>
                <a:cubicBezTo>
                  <a:pt x="233346" y="449640"/>
                  <a:pt x="473813" y="579941"/>
                  <a:pt x="719453" y="711503"/>
                </a:cubicBezTo>
                <a:cubicBezTo>
                  <a:pt x="2068317" y="1433952"/>
                  <a:pt x="3163489" y="2139069"/>
                  <a:pt x="5648922" y="2186930"/>
                </a:cubicBezTo>
                <a:cubicBezTo>
                  <a:pt x="8291985" y="2237827"/>
                  <a:pt x="10667193" y="1912168"/>
                  <a:pt x="12145074" y="1270841"/>
                </a:cubicBezTo>
                <a:lnTo>
                  <a:pt x="12188341" y="1250622"/>
                </a:lnTo>
                <a:lnTo>
                  <a:pt x="12188341" y="1237591"/>
                </a:lnTo>
                <a:lnTo>
                  <a:pt x="12146557" y="1257118"/>
                </a:lnTo>
                <a:cubicBezTo>
                  <a:pt x="10668674" y="1898444"/>
                  <a:pt x="8293467" y="2224105"/>
                  <a:pt x="5650403" y="2173208"/>
                </a:cubicBezTo>
                <a:cubicBezTo>
                  <a:pt x="3164970" y="2125346"/>
                  <a:pt x="2069799" y="1420229"/>
                  <a:pt x="720934" y="697780"/>
                </a:cubicBezTo>
                <a:cubicBezTo>
                  <a:pt x="475294" y="566218"/>
                  <a:pt x="234827" y="435916"/>
                  <a:pt x="13463" y="303633"/>
                </a:cubicBezTo>
                <a:lnTo>
                  <a:pt x="0" y="295098"/>
                </a:lnTo>
                <a:lnTo>
                  <a:pt x="0" y="155134"/>
                </a:lnTo>
                <a:lnTo>
                  <a:pt x="134244" y="236988"/>
                </a:lnTo>
                <a:cubicBezTo>
                  <a:pt x="360889" y="367478"/>
                  <a:pt x="605703" y="495573"/>
                  <a:pt x="855622" y="624851"/>
                </a:cubicBezTo>
                <a:cubicBezTo>
                  <a:pt x="2227988" y="1334759"/>
                  <a:pt x="3354551" y="2031981"/>
                  <a:pt x="5750002" y="2031981"/>
                </a:cubicBezTo>
                <a:cubicBezTo>
                  <a:pt x="8467203" y="2031981"/>
                  <a:pt x="10846790" y="1601260"/>
                  <a:pt x="12161680" y="830139"/>
                </a:cubicBezTo>
                <a:lnTo>
                  <a:pt x="12188341" y="813529"/>
                </a:lnTo>
                <a:lnTo>
                  <a:pt x="12188341" y="788245"/>
                </a:lnTo>
                <a:lnTo>
                  <a:pt x="12161680" y="804854"/>
                </a:lnTo>
                <a:cubicBezTo>
                  <a:pt x="10846790" y="1575976"/>
                  <a:pt x="8467203" y="2006696"/>
                  <a:pt x="5750002" y="2006696"/>
                </a:cubicBezTo>
                <a:cubicBezTo>
                  <a:pt x="3354551" y="2006696"/>
                  <a:pt x="2227988" y="1309475"/>
                  <a:pt x="855622" y="599566"/>
                </a:cubicBezTo>
                <a:cubicBezTo>
                  <a:pt x="605703" y="470288"/>
                  <a:pt x="360889" y="342194"/>
                  <a:pt x="134244" y="211703"/>
                </a:cubicBezTo>
                <a:lnTo>
                  <a:pt x="0" y="12985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bIns="365760" anchor="b" anchorCtr="0">
            <a:no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2A35DFC-52A3-4FE0-BDBA-E78DB63F8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146277" y="-874927"/>
            <a:ext cx="1899138" cy="12191695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88E3CC0-16AD-416F-828A-7989A8733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143758" y="-1037574"/>
            <a:ext cx="1904176" cy="12191695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E0BC0-8CFF-9006-BCE2-B27555C80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67B64-9834-4793-C74A-9E224E269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D2662-F042-E765-3EFC-8E764577E9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75230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972EB80-2481-76DF-C059-1F8EF9D3EE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220"/>
            <a:ext cx="7294563" cy="1345269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EA5B394-E87D-497D-F9F2-0977C39B5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09598" y="-1"/>
            <a:ext cx="2578595" cy="1851608"/>
          </a:xfrm>
          <a:custGeom>
            <a:avLst/>
            <a:gdLst>
              <a:gd name="connsiteX0" fmla="*/ 262216 w 2578595"/>
              <a:gd name="connsiteY0" fmla="*/ 0 h 1851608"/>
              <a:gd name="connsiteX1" fmla="*/ 2431284 w 2578595"/>
              <a:gd name="connsiteY1" fmla="*/ 0 h 1851608"/>
              <a:gd name="connsiteX2" fmla="*/ 2440505 w 2578595"/>
              <a:gd name="connsiteY2" fmla="*/ 12968 h 1851608"/>
              <a:gd name="connsiteX3" fmla="*/ 2563567 w 2578595"/>
              <a:gd name="connsiteY3" fmla="*/ 327887 h 1851608"/>
              <a:gd name="connsiteX4" fmla="*/ 2542798 w 2578595"/>
              <a:gd name="connsiteY4" fmla="*/ 767011 h 1851608"/>
              <a:gd name="connsiteX5" fmla="*/ 2245889 w 2578595"/>
              <a:gd name="connsiteY5" fmla="*/ 1345436 h 1851608"/>
              <a:gd name="connsiteX6" fmla="*/ 1942073 w 2578595"/>
              <a:gd name="connsiteY6" fmla="*/ 1665183 h 1851608"/>
              <a:gd name="connsiteX7" fmla="*/ 1544592 w 2578595"/>
              <a:gd name="connsiteY7" fmla="*/ 1845132 h 1851608"/>
              <a:gd name="connsiteX8" fmla="*/ 1014793 w 2578595"/>
              <a:gd name="connsiteY8" fmla="*/ 1813603 h 1851608"/>
              <a:gd name="connsiteX9" fmla="*/ 906791 w 2578595"/>
              <a:gd name="connsiteY9" fmla="*/ 1799274 h 1851608"/>
              <a:gd name="connsiteX10" fmla="*/ 199968 w 2578595"/>
              <a:gd name="connsiteY10" fmla="*/ 1523985 h 1851608"/>
              <a:gd name="connsiteX11" fmla="*/ 110410 w 2578595"/>
              <a:gd name="connsiteY11" fmla="*/ 427409 h 1851608"/>
              <a:gd name="connsiteX12" fmla="*/ 170245 w 2578595"/>
              <a:gd name="connsiteY12" fmla="*/ 250037 h 1851608"/>
              <a:gd name="connsiteX13" fmla="*/ 248693 w 2578595"/>
              <a:gd name="connsiteY13" fmla="*/ 29263 h 1851608"/>
              <a:gd name="connsiteX14" fmla="*/ 262216 w 2578595"/>
              <a:gd name="connsiteY14" fmla="*/ 0 h 185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578595" h="1851608">
                <a:moveTo>
                  <a:pt x="262216" y="0"/>
                </a:moveTo>
                <a:lnTo>
                  <a:pt x="2431284" y="0"/>
                </a:lnTo>
                <a:lnTo>
                  <a:pt x="2440505" y="12968"/>
                </a:lnTo>
                <a:cubicBezTo>
                  <a:pt x="2501863" y="111147"/>
                  <a:pt x="2543117" y="216661"/>
                  <a:pt x="2563567" y="327887"/>
                </a:cubicBezTo>
                <a:cubicBezTo>
                  <a:pt x="2589080" y="466907"/>
                  <a:pt x="2582077" y="614661"/>
                  <a:pt x="2542798" y="767011"/>
                </a:cubicBezTo>
                <a:cubicBezTo>
                  <a:pt x="2492581" y="961654"/>
                  <a:pt x="2390412" y="1159241"/>
                  <a:pt x="2245889" y="1345436"/>
                </a:cubicBezTo>
                <a:cubicBezTo>
                  <a:pt x="2159174" y="1457151"/>
                  <a:pt x="2057212" y="1564767"/>
                  <a:pt x="1942073" y="1665183"/>
                </a:cubicBezTo>
                <a:cubicBezTo>
                  <a:pt x="1819575" y="1772020"/>
                  <a:pt x="1696983" y="1827497"/>
                  <a:pt x="1544592" y="1845132"/>
                </a:cubicBezTo>
                <a:cubicBezTo>
                  <a:pt x="1385186" y="1863583"/>
                  <a:pt x="1205276" y="1839320"/>
                  <a:pt x="1014793" y="1813603"/>
                </a:cubicBezTo>
                <a:cubicBezTo>
                  <a:pt x="979671" y="1808839"/>
                  <a:pt x="943347" y="1803955"/>
                  <a:pt x="906791" y="1799274"/>
                </a:cubicBezTo>
                <a:cubicBezTo>
                  <a:pt x="579600" y="1757338"/>
                  <a:pt x="353621" y="1715549"/>
                  <a:pt x="199968" y="1523985"/>
                </a:cubicBezTo>
                <a:cubicBezTo>
                  <a:pt x="-34150" y="1232101"/>
                  <a:pt x="-60950" y="904151"/>
                  <a:pt x="110410" y="427409"/>
                </a:cubicBezTo>
                <a:cubicBezTo>
                  <a:pt x="132842" y="365014"/>
                  <a:pt x="151869" y="306553"/>
                  <a:pt x="170245" y="250037"/>
                </a:cubicBezTo>
                <a:cubicBezTo>
                  <a:pt x="198829" y="162177"/>
                  <a:pt x="222710" y="90680"/>
                  <a:pt x="248693" y="29263"/>
                </a:cubicBezTo>
                <a:lnTo>
                  <a:pt x="26221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2E2B5D6-C4F5-E91B-0613-B52752FD944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81039" y="2429436"/>
            <a:ext cx="3086099" cy="3742764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200150" indent="-285750">
              <a:buFont typeface="Meiryo" panose="020B0604030504040204" pitchFamily="34" charset="-128"/>
              <a:buChar char="–"/>
              <a:defRPr sz="1800"/>
            </a:lvl3pPr>
            <a:lvl4pPr marL="1657350" indent="-285750">
              <a:buFont typeface="Meiryo" panose="020B0604030504040204" pitchFamily="34" charset="-128"/>
              <a:buChar char="–"/>
              <a:defRPr sz="1800"/>
            </a:lvl4pPr>
            <a:lvl5pPr marL="2114550" indent="-285750">
              <a:buFont typeface="Meiryo" panose="020B0604030504040204" pitchFamily="34" charset="-128"/>
              <a:buChar char="–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CC9E1D9A-7E48-B202-63B7-B1F7E5741F28}"/>
              </a:ext>
            </a:extLst>
          </p:cNvPr>
          <p:cNvSpPr>
            <a:spLocks noGrp="1"/>
          </p:cNvSpPr>
          <p:nvPr>
            <p:ph type="tbl" sz="quarter" idx="16" hasCustomPrompt="1"/>
          </p:nvPr>
        </p:nvSpPr>
        <p:spPr>
          <a:xfrm>
            <a:off x="4259581" y="2652713"/>
            <a:ext cx="7228258" cy="3381421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CE7AAEC-DF78-EE6D-5B4C-F2842196B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06231" y="-115242"/>
            <a:ext cx="2825510" cy="2125877"/>
          </a:xfrm>
          <a:custGeom>
            <a:avLst/>
            <a:gdLst>
              <a:gd name="connsiteX0" fmla="*/ 289451 w 2825510"/>
              <a:gd name="connsiteY0" fmla="*/ 0 h 2125877"/>
              <a:gd name="connsiteX1" fmla="*/ 2605319 w 2825510"/>
              <a:gd name="connsiteY1" fmla="*/ 0 h 2125877"/>
              <a:gd name="connsiteX2" fmla="*/ 2666466 w 2825510"/>
              <a:gd name="connsiteY2" fmla="*/ 86842 h 2125877"/>
              <a:gd name="connsiteX3" fmla="*/ 2806379 w 2825510"/>
              <a:gd name="connsiteY3" fmla="*/ 441175 h 2125877"/>
              <a:gd name="connsiteX4" fmla="*/ 2790174 w 2825510"/>
              <a:gd name="connsiteY4" fmla="*/ 931943 h 2125877"/>
              <a:gd name="connsiteX5" fmla="*/ 2373655 w 2825510"/>
              <a:gd name="connsiteY5" fmla="*/ 1695462 h 2125877"/>
              <a:gd name="connsiteX6" fmla="*/ 2143838 w 2825510"/>
              <a:gd name="connsiteY6" fmla="*/ 1926132 h 2125877"/>
              <a:gd name="connsiteX7" fmla="*/ 1709942 w 2825510"/>
              <a:gd name="connsiteY7" fmla="*/ 2120544 h 2125877"/>
              <a:gd name="connsiteX8" fmla="*/ 1127522 w 2825510"/>
              <a:gd name="connsiteY8" fmla="*/ 2076154 h 2125877"/>
              <a:gd name="connsiteX9" fmla="*/ 1008674 w 2825510"/>
              <a:gd name="connsiteY9" fmla="*/ 2058267 h 2125877"/>
              <a:gd name="connsiteX10" fmla="*/ 228139 w 2825510"/>
              <a:gd name="connsiteY10" fmla="*/ 1738200 h 2125877"/>
              <a:gd name="connsiteX11" fmla="*/ 113264 w 2825510"/>
              <a:gd name="connsiteY11" fmla="*/ 510222 h 2125877"/>
              <a:gd name="connsiteX12" fmla="*/ 176321 w 2825510"/>
              <a:gd name="connsiteY12" fmla="*/ 312875 h 2125877"/>
              <a:gd name="connsiteX13" fmla="*/ 287878 w 2825510"/>
              <a:gd name="connsiteY13" fmla="*/ 2580 h 2125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825510" h="2125877">
                <a:moveTo>
                  <a:pt x="289451" y="0"/>
                </a:moveTo>
                <a:lnTo>
                  <a:pt x="2605319" y="0"/>
                </a:lnTo>
                <a:lnTo>
                  <a:pt x="2666466" y="86842"/>
                </a:lnTo>
                <a:cubicBezTo>
                  <a:pt x="2735340" y="197705"/>
                  <a:pt x="2782244" y="316424"/>
                  <a:pt x="2806379" y="441175"/>
                </a:cubicBezTo>
                <a:cubicBezTo>
                  <a:pt x="2836495" y="597099"/>
                  <a:pt x="2831027" y="762227"/>
                  <a:pt x="2790174" y="931943"/>
                </a:cubicBezTo>
                <a:cubicBezTo>
                  <a:pt x="2727495" y="1192140"/>
                  <a:pt x="2582711" y="1455785"/>
                  <a:pt x="2373655" y="1695462"/>
                </a:cubicBezTo>
                <a:cubicBezTo>
                  <a:pt x="2303969" y="1775353"/>
                  <a:pt x="2227143" y="1852582"/>
                  <a:pt x="2143838" y="1926132"/>
                </a:cubicBezTo>
                <a:cubicBezTo>
                  <a:pt x="2010889" y="2043510"/>
                  <a:pt x="1877067" y="2103445"/>
                  <a:pt x="1709942" y="2120544"/>
                </a:cubicBezTo>
                <a:cubicBezTo>
                  <a:pt x="1535125" y="2138433"/>
                  <a:pt x="1337140" y="2108198"/>
                  <a:pt x="1127522" y="2076154"/>
                </a:cubicBezTo>
                <a:cubicBezTo>
                  <a:pt x="1088872" y="2070223"/>
                  <a:pt x="1048899" y="2064133"/>
                  <a:pt x="1008674" y="2058267"/>
                </a:cubicBezTo>
                <a:cubicBezTo>
                  <a:pt x="648648" y="2005728"/>
                  <a:pt x="399797" y="1955097"/>
                  <a:pt x="228139" y="1738200"/>
                </a:cubicBezTo>
                <a:cubicBezTo>
                  <a:pt x="-33415" y="1407718"/>
                  <a:pt x="-67786" y="1040469"/>
                  <a:pt x="113264" y="510222"/>
                </a:cubicBezTo>
                <a:cubicBezTo>
                  <a:pt x="136966" y="440824"/>
                  <a:pt x="156987" y="375768"/>
                  <a:pt x="176321" y="312875"/>
                </a:cubicBezTo>
                <a:cubicBezTo>
                  <a:pt x="216423" y="182513"/>
                  <a:pt x="247775" y="84540"/>
                  <a:pt x="287878" y="258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81BED6B2-2B6A-D83E-5C36-F6D71FA9E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00104" y="-115244"/>
            <a:ext cx="3040473" cy="2241120"/>
          </a:xfrm>
          <a:custGeom>
            <a:avLst/>
            <a:gdLst>
              <a:gd name="connsiteX0" fmla="*/ 294180 w 3040473"/>
              <a:gd name="connsiteY0" fmla="*/ 0 h 2241120"/>
              <a:gd name="connsiteX1" fmla="*/ 2849300 w 3040473"/>
              <a:gd name="connsiteY1" fmla="*/ 0 h 2241120"/>
              <a:gd name="connsiteX2" fmla="*/ 2872181 w 3040473"/>
              <a:gd name="connsiteY2" fmla="*/ 32760 h 2241120"/>
              <a:gd name="connsiteX3" fmla="*/ 3020886 w 3040473"/>
              <a:gd name="connsiteY3" fmla="*/ 414920 h 2241120"/>
              <a:gd name="connsiteX4" fmla="*/ 3001050 w 3040473"/>
              <a:gd name="connsiteY4" fmla="*/ 945260 h 2241120"/>
              <a:gd name="connsiteX5" fmla="*/ 2549423 w 3040473"/>
              <a:gd name="connsiteY5" fmla="*/ 1772259 h 2241120"/>
              <a:gd name="connsiteX6" fmla="*/ 2301170 w 3040473"/>
              <a:gd name="connsiteY6" fmla="*/ 2022617 h 2241120"/>
              <a:gd name="connsiteX7" fmla="*/ 1833654 w 3040473"/>
              <a:gd name="connsiteY7" fmla="*/ 2234799 h 2241120"/>
              <a:gd name="connsiteX8" fmla="*/ 1207605 w 3040473"/>
              <a:gd name="connsiteY8" fmla="*/ 2189690 h 2241120"/>
              <a:gd name="connsiteX9" fmla="*/ 1079897 w 3040473"/>
              <a:gd name="connsiteY9" fmla="*/ 2170945 h 2241120"/>
              <a:gd name="connsiteX10" fmla="*/ 242172 w 3040473"/>
              <a:gd name="connsiteY10" fmla="*/ 1828946 h 2241120"/>
              <a:gd name="connsiteX11" fmla="*/ 124682 w 3040473"/>
              <a:gd name="connsiteY11" fmla="*/ 502715 h 2241120"/>
              <a:gd name="connsiteX12" fmla="*/ 193455 w 3040473"/>
              <a:gd name="connsiteY12" fmla="*/ 289178 h 2241120"/>
              <a:gd name="connsiteX13" fmla="*/ 283745 w 3040473"/>
              <a:gd name="connsiteY13" fmla="*/ 23445 h 2241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40473" h="2241120">
                <a:moveTo>
                  <a:pt x="294180" y="0"/>
                </a:moveTo>
                <a:lnTo>
                  <a:pt x="2849300" y="0"/>
                </a:lnTo>
                <a:lnTo>
                  <a:pt x="2872181" y="32760"/>
                </a:lnTo>
                <a:cubicBezTo>
                  <a:pt x="2945695" y="152206"/>
                  <a:pt x="2995546" y="280250"/>
                  <a:pt x="3020886" y="414920"/>
                </a:cubicBezTo>
                <a:cubicBezTo>
                  <a:pt x="3052503" y="583244"/>
                  <a:pt x="3045812" y="761687"/>
                  <a:pt x="3001050" y="945260"/>
                </a:cubicBezTo>
                <a:cubicBezTo>
                  <a:pt x="2932375" y="1226701"/>
                  <a:pt x="2775394" y="1512271"/>
                  <a:pt x="2549423" y="1772259"/>
                </a:cubicBezTo>
                <a:cubicBezTo>
                  <a:pt x="2474098" y="1858921"/>
                  <a:pt x="2391109" y="1942740"/>
                  <a:pt x="2301170" y="2022617"/>
                </a:cubicBezTo>
                <a:cubicBezTo>
                  <a:pt x="2157636" y="2150092"/>
                  <a:pt x="2013445" y="2215506"/>
                  <a:pt x="1833654" y="2234799"/>
                </a:cubicBezTo>
                <a:cubicBezTo>
                  <a:pt x="1645588" y="2254983"/>
                  <a:pt x="1432846" y="2223285"/>
                  <a:pt x="1207605" y="2189690"/>
                </a:cubicBezTo>
                <a:cubicBezTo>
                  <a:pt x="1166075" y="2183470"/>
                  <a:pt x="1123122" y="2177087"/>
                  <a:pt x="1079897" y="2170945"/>
                </a:cubicBezTo>
                <a:cubicBezTo>
                  <a:pt x="693025" y="2115942"/>
                  <a:pt x="425689" y="2062455"/>
                  <a:pt x="242172" y="1828946"/>
                </a:cubicBezTo>
                <a:cubicBezTo>
                  <a:pt x="-37449" y="1473151"/>
                  <a:pt x="-72603" y="1076517"/>
                  <a:pt x="124682" y="502715"/>
                </a:cubicBezTo>
                <a:cubicBezTo>
                  <a:pt x="150509" y="427616"/>
                  <a:pt x="172357" y="357226"/>
                  <a:pt x="193455" y="289178"/>
                </a:cubicBezTo>
                <a:cubicBezTo>
                  <a:pt x="226275" y="183392"/>
                  <a:pt x="253715" y="97314"/>
                  <a:pt x="283745" y="2344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5817F3C-7A01-E551-7970-8E0764D01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90269" y="0"/>
            <a:ext cx="2233692" cy="1738835"/>
          </a:xfrm>
          <a:custGeom>
            <a:avLst/>
            <a:gdLst>
              <a:gd name="connsiteX0" fmla="*/ 265392 w 2233692"/>
              <a:gd name="connsiteY0" fmla="*/ 0 h 1738835"/>
              <a:gd name="connsiteX1" fmla="*/ 2058083 w 2233692"/>
              <a:gd name="connsiteY1" fmla="*/ 0 h 1738835"/>
              <a:gd name="connsiteX2" fmla="*/ 2114073 w 2233692"/>
              <a:gd name="connsiteY2" fmla="*/ 81911 h 1738835"/>
              <a:gd name="connsiteX3" fmla="*/ 2220675 w 2233692"/>
              <a:gd name="connsiteY3" fmla="*/ 365706 h 1738835"/>
              <a:gd name="connsiteX4" fmla="*/ 2202684 w 2233692"/>
              <a:gd name="connsiteY4" fmla="*/ 761429 h 1738835"/>
              <a:gd name="connsiteX5" fmla="*/ 1866035 w 2233692"/>
              <a:gd name="connsiteY5" fmla="*/ 1382028 h 1738835"/>
              <a:gd name="connsiteX6" fmla="*/ 1682309 w 2233692"/>
              <a:gd name="connsiteY6" fmla="*/ 1570835 h 1738835"/>
              <a:gd name="connsiteX7" fmla="*/ 1337994 w 2233692"/>
              <a:gd name="connsiteY7" fmla="*/ 1733000 h 1738835"/>
              <a:gd name="connsiteX8" fmla="*/ 879058 w 2233692"/>
              <a:gd name="connsiteY8" fmla="*/ 1704588 h 1738835"/>
              <a:gd name="connsiteX9" fmla="*/ 785502 w 2233692"/>
              <a:gd name="connsiteY9" fmla="*/ 1691674 h 1738835"/>
              <a:gd name="connsiteX10" fmla="*/ 173222 w 2233692"/>
              <a:gd name="connsiteY10" fmla="*/ 1443591 h 1738835"/>
              <a:gd name="connsiteX11" fmla="*/ 95641 w 2233692"/>
              <a:gd name="connsiteY11" fmla="*/ 455391 h 1738835"/>
              <a:gd name="connsiteX12" fmla="*/ 147474 w 2233692"/>
              <a:gd name="connsiteY12" fmla="*/ 295550 h 1738835"/>
              <a:gd name="connsiteX13" fmla="*/ 238761 w 2233692"/>
              <a:gd name="connsiteY13" fmla="*/ 44066 h 1738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33692" h="1738835">
                <a:moveTo>
                  <a:pt x="265392" y="0"/>
                </a:moveTo>
                <a:lnTo>
                  <a:pt x="2058083" y="0"/>
                </a:lnTo>
                <a:lnTo>
                  <a:pt x="2114073" y="81911"/>
                </a:lnTo>
                <a:cubicBezTo>
                  <a:pt x="2167224" y="170386"/>
                  <a:pt x="2202960" y="265472"/>
                  <a:pt x="2220675" y="365706"/>
                </a:cubicBezTo>
                <a:cubicBezTo>
                  <a:pt x="2242774" y="490987"/>
                  <a:pt x="2236710" y="624135"/>
                  <a:pt x="2202684" y="761429"/>
                </a:cubicBezTo>
                <a:cubicBezTo>
                  <a:pt x="2150482" y="971920"/>
                  <a:pt x="2033479" y="1186226"/>
                  <a:pt x="1866035" y="1382028"/>
                </a:cubicBezTo>
                <a:cubicBezTo>
                  <a:pt x="1810219" y="1447296"/>
                  <a:pt x="1748801" y="1510507"/>
                  <a:pt x="1682309" y="1570835"/>
                </a:cubicBezTo>
                <a:cubicBezTo>
                  <a:pt x="1576194" y="1667113"/>
                  <a:pt x="1470001" y="1717107"/>
                  <a:pt x="1337994" y="1733000"/>
                </a:cubicBezTo>
                <a:cubicBezTo>
                  <a:pt x="1199910" y="1749626"/>
                  <a:pt x="1044062" y="1727762"/>
                  <a:pt x="879058" y="1704588"/>
                </a:cubicBezTo>
                <a:cubicBezTo>
                  <a:pt x="848634" y="1700293"/>
                  <a:pt x="817168" y="1695892"/>
                  <a:pt x="785502" y="1691674"/>
                </a:cubicBezTo>
                <a:cubicBezTo>
                  <a:pt x="502076" y="1653883"/>
                  <a:pt x="306322" y="1616222"/>
                  <a:pt x="173222" y="1443591"/>
                </a:cubicBezTo>
                <a:cubicBezTo>
                  <a:pt x="-29583" y="1180556"/>
                  <a:pt x="-52797" y="885016"/>
                  <a:pt x="95641" y="455391"/>
                </a:cubicBezTo>
                <a:cubicBezTo>
                  <a:pt x="115073" y="399164"/>
                  <a:pt x="131555" y="346480"/>
                  <a:pt x="147474" y="295550"/>
                </a:cubicBezTo>
                <a:cubicBezTo>
                  <a:pt x="180489" y="189982"/>
                  <a:pt x="206259" y="110627"/>
                  <a:pt x="238761" y="44066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B2E168A8-B8D1-E9B2-00BA-6BDE015AF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36094" y="874310"/>
            <a:ext cx="1323335" cy="1258997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AD14604-7155-33F1-8769-9D16006A0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85755" y="823866"/>
            <a:ext cx="1424013" cy="1359885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04E605F2-BDF1-3ADA-342B-7FA453741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93916" y="941398"/>
            <a:ext cx="1207691" cy="1124820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8044EBD1-C32A-97AF-9AF3-D320537C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374684" y="996982"/>
            <a:ext cx="1046155" cy="1013653"/>
          </a:xfrm>
          <a:custGeom>
            <a:avLst/>
            <a:gdLst>
              <a:gd name="connsiteX0" fmla="*/ 529533 w 1046155"/>
              <a:gd name="connsiteY0" fmla="*/ 55 h 1013653"/>
              <a:gd name="connsiteX1" fmla="*/ 585870 w 1046155"/>
              <a:gd name="connsiteY1" fmla="*/ 2019 h 1013653"/>
              <a:gd name="connsiteX2" fmla="*/ 798020 w 1046155"/>
              <a:gd name="connsiteY2" fmla="*/ 62153 h 1013653"/>
              <a:gd name="connsiteX3" fmla="*/ 889077 w 1046155"/>
              <a:gd name="connsiteY3" fmla="*/ 121638 h 1013653"/>
              <a:gd name="connsiteX4" fmla="*/ 962529 w 1046155"/>
              <a:gd name="connsiteY4" fmla="*/ 197248 h 1013653"/>
              <a:gd name="connsiteX5" fmla="*/ 1040059 w 1046155"/>
              <a:gd name="connsiteY5" fmla="*/ 370545 h 1013653"/>
              <a:gd name="connsiteX6" fmla="*/ 1031633 w 1046155"/>
              <a:gd name="connsiteY6" fmla="*/ 555883 h 1013653"/>
              <a:gd name="connsiteX7" fmla="*/ 873962 w 1046155"/>
              <a:gd name="connsiteY7" fmla="*/ 846542 h 1013653"/>
              <a:gd name="connsiteX8" fmla="*/ 787914 w 1046155"/>
              <a:gd name="connsiteY8" fmla="*/ 934970 h 1013653"/>
              <a:gd name="connsiteX9" fmla="*/ 626653 w 1046155"/>
              <a:gd name="connsiteY9" fmla="*/ 1010920 h 1013653"/>
              <a:gd name="connsiteX10" fmla="*/ 411709 w 1046155"/>
              <a:gd name="connsiteY10" fmla="*/ 997613 h 1013653"/>
              <a:gd name="connsiteX11" fmla="*/ 367892 w 1046155"/>
              <a:gd name="connsiteY11" fmla="*/ 991565 h 1013653"/>
              <a:gd name="connsiteX12" fmla="*/ 81129 w 1046155"/>
              <a:gd name="connsiteY12" fmla="*/ 875375 h 1013653"/>
              <a:gd name="connsiteX13" fmla="*/ 44794 w 1046155"/>
              <a:gd name="connsiteY13" fmla="*/ 412549 h 1013653"/>
              <a:gd name="connsiteX14" fmla="*/ 69070 w 1046155"/>
              <a:gd name="connsiteY14" fmla="*/ 337687 h 1013653"/>
              <a:gd name="connsiteX15" fmla="*/ 173500 w 1046155"/>
              <a:gd name="connsiteY15" fmla="*/ 138076 h 1013653"/>
              <a:gd name="connsiteX16" fmla="*/ 365941 w 1046155"/>
              <a:gd name="connsiteY16" fmla="*/ 26832 h 1013653"/>
              <a:gd name="connsiteX17" fmla="*/ 529533 w 1046155"/>
              <a:gd name="connsiteY17" fmla="*/ 55 h 1013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46155" h="1013653">
                <a:moveTo>
                  <a:pt x="529533" y="55"/>
                </a:moveTo>
                <a:cubicBezTo>
                  <a:pt x="548195" y="-202"/>
                  <a:pt x="566984" y="451"/>
                  <a:pt x="585870" y="2019"/>
                </a:cubicBezTo>
                <a:cubicBezTo>
                  <a:pt x="660133" y="8170"/>
                  <a:pt x="733490" y="28948"/>
                  <a:pt x="798020" y="62153"/>
                </a:cubicBezTo>
                <a:cubicBezTo>
                  <a:pt x="831175" y="79182"/>
                  <a:pt x="861594" y="99066"/>
                  <a:pt x="889077" y="121638"/>
                </a:cubicBezTo>
                <a:cubicBezTo>
                  <a:pt x="916562" y="144209"/>
                  <a:pt x="941112" y="169469"/>
                  <a:pt x="962529" y="197248"/>
                </a:cubicBezTo>
                <a:cubicBezTo>
                  <a:pt x="1002929" y="249645"/>
                  <a:pt x="1028996" y="307952"/>
                  <a:pt x="1040059" y="370545"/>
                </a:cubicBezTo>
                <a:cubicBezTo>
                  <a:pt x="1050409" y="429221"/>
                  <a:pt x="1047569" y="491581"/>
                  <a:pt x="1031633" y="555883"/>
                </a:cubicBezTo>
                <a:cubicBezTo>
                  <a:pt x="1007184" y="654467"/>
                  <a:pt x="952385" y="754837"/>
                  <a:pt x="873962" y="846542"/>
                </a:cubicBezTo>
                <a:cubicBezTo>
                  <a:pt x="847821" y="877110"/>
                  <a:pt x="819055" y="906715"/>
                  <a:pt x="787914" y="934970"/>
                </a:cubicBezTo>
                <a:cubicBezTo>
                  <a:pt x="738214" y="980062"/>
                  <a:pt x="688479" y="1003477"/>
                  <a:pt x="626653" y="1010920"/>
                </a:cubicBezTo>
                <a:cubicBezTo>
                  <a:pt x="561981" y="1018707"/>
                  <a:pt x="488989" y="1008467"/>
                  <a:pt x="411709" y="997613"/>
                </a:cubicBezTo>
                <a:cubicBezTo>
                  <a:pt x="397460" y="995602"/>
                  <a:pt x="382723" y="993541"/>
                  <a:pt x="367892" y="991565"/>
                </a:cubicBezTo>
                <a:cubicBezTo>
                  <a:pt x="235149" y="973866"/>
                  <a:pt x="143467" y="956227"/>
                  <a:pt x="81129" y="875375"/>
                </a:cubicBezTo>
                <a:cubicBezTo>
                  <a:pt x="-13855" y="752182"/>
                  <a:pt x="-24727" y="613765"/>
                  <a:pt x="44794" y="412549"/>
                </a:cubicBezTo>
                <a:cubicBezTo>
                  <a:pt x="53895" y="386215"/>
                  <a:pt x="61614" y="361540"/>
                  <a:pt x="69070" y="337687"/>
                </a:cubicBezTo>
                <a:cubicBezTo>
                  <a:pt x="99995" y="238801"/>
                  <a:pt x="117348" y="189023"/>
                  <a:pt x="173500" y="138076"/>
                </a:cubicBezTo>
                <a:cubicBezTo>
                  <a:pt x="229254" y="87490"/>
                  <a:pt x="294008" y="50071"/>
                  <a:pt x="365941" y="26832"/>
                </a:cubicBezTo>
                <a:cubicBezTo>
                  <a:pt x="418722" y="9787"/>
                  <a:pt x="473549" y="825"/>
                  <a:pt x="529533" y="55"/>
                </a:cubicBezTo>
                <a:close/>
              </a:path>
            </a:pathLst>
          </a:custGeom>
          <a:blipFill dpi="0" rotWithShape="1"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3" name="Date Placeholder 3">
            <a:extLst>
              <a:ext uri="{FF2B5EF4-FFF2-40B4-BE49-F238E27FC236}">
                <a16:creationId xmlns:a16="http://schemas.microsoft.com/office/drawing/2014/main" id="{74694E80-5B95-215C-4CA1-E509E9C84F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54" name="Footer Placeholder 4">
            <a:extLst>
              <a:ext uri="{FF2B5EF4-FFF2-40B4-BE49-F238E27FC236}">
                <a16:creationId xmlns:a16="http://schemas.microsoft.com/office/drawing/2014/main" id="{68C5CB4D-310E-C226-BEED-15BC3F044A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55" name="Slide Number Placeholder 5">
            <a:extLst>
              <a:ext uri="{FF2B5EF4-FFF2-40B4-BE49-F238E27FC236}">
                <a16:creationId xmlns:a16="http://schemas.microsoft.com/office/drawing/2014/main" id="{44BAF0CA-BC3C-AD99-5851-4C29606C5F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188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12">
            <a:extLst>
              <a:ext uri="{FF2B5EF4-FFF2-40B4-BE49-F238E27FC236}">
                <a16:creationId xmlns:a16="http://schemas.microsoft.com/office/drawing/2014/main" id="{13E521F8-83B3-D46A-1B27-32CCFD64F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1014288"/>
            <a:ext cx="4980672" cy="2267614"/>
          </a:xfrm>
        </p:spPr>
        <p:txBody>
          <a:bodyPr anchor="t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7A1D8F1-CFCC-49C3-4874-06E9B176FF3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81038" y="3499346"/>
            <a:ext cx="4980672" cy="2453700"/>
          </a:xfrm>
        </p:spPr>
        <p:txBody>
          <a:bodyPr>
            <a:no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342900" indent="-342900">
              <a:buFont typeface="+mj-lt"/>
              <a:buAutoNum type="alphaLcPeriod"/>
              <a:defRPr sz="1800"/>
            </a:lvl2pPr>
            <a:lvl3pPr marL="914400" indent="-342900">
              <a:buFont typeface="+mj-lt"/>
              <a:buAutoNum type="arabicParenR"/>
              <a:defRPr sz="1800"/>
            </a:lvl3pPr>
            <a:lvl4pPr marL="1371600" indent="-342900">
              <a:buFont typeface="+mj-lt"/>
              <a:buAutoNum type="alphaLcParenR"/>
              <a:defRPr sz="1800"/>
            </a:lvl4pPr>
            <a:lvl5pPr marL="1828800" indent="-34290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E31E947A-6261-6154-651C-64D04F442074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5859780" y="1014288"/>
            <a:ext cx="5651181" cy="4938758"/>
          </a:xfrm>
        </p:spPr>
        <p:txBody>
          <a:bodyPr anchor="b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85750" indent="-285750">
              <a:buFont typeface="Arial" panose="020B0604020202020204" pitchFamily="34" charset="0"/>
              <a:buChar char="•"/>
              <a:defRPr sz="1800"/>
            </a:lvl2pPr>
            <a:lvl3pPr marL="914400" indent="-285750">
              <a:buFont typeface="Meiryo" panose="020B0604030504040204" pitchFamily="34" charset="-128"/>
              <a:buChar char="–"/>
              <a:defRPr sz="1800"/>
            </a:lvl3pPr>
            <a:lvl4pPr marL="1371600" indent="-285750">
              <a:buFont typeface="Meiryo" panose="020B0604030504040204" pitchFamily="34" charset="-128"/>
              <a:buChar char="–"/>
              <a:defRPr sz="1800"/>
            </a:lvl4pPr>
            <a:lvl5pPr marL="1828800" indent="-285750">
              <a:buFont typeface="Meiryo" panose="020B0604030504040204" pitchFamily="34" charset="-128"/>
              <a:buChar char="–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F8EE83F-071C-ABC6-0507-321397495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10477325" y="-112329"/>
            <a:ext cx="888696" cy="845489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C945BD7-A7FF-B8CB-BEE0-6B700765E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10443520" y="-146205"/>
            <a:ext cx="956307" cy="913241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618DFAC-77B9-BC08-65E0-69740384CE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10516156" y="-67275"/>
            <a:ext cx="811034" cy="755381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8296844-8339-EDA7-19BF-2C357711C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10570396" y="-29948"/>
            <a:ext cx="702554" cy="680727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>
            <a:blip r:embed="rId2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AB07B07-F645-F92C-3826-8B5C34AB4F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11354252" y="431135"/>
            <a:ext cx="1212988" cy="1154015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0D9CF31-0B63-851F-5AE7-DA8F6775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11308110" y="384897"/>
            <a:ext cx="1305272" cy="1246491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3FD6EFE-9F27-4298-EE90-5C5E6E955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11407252" y="492629"/>
            <a:ext cx="1106988" cy="1031027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3965657-4507-63A6-DADF-85647E69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11481286" y="543577"/>
            <a:ext cx="958921" cy="929130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>
            <a:blip r:embed="rId3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CC376E7-CED4-8E4E-6D65-A5F9C033E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-437675" y="653223"/>
            <a:ext cx="888696" cy="845489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3D5B913C-C9F4-F4FA-638D-CDA51FF3F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-471480" y="619347"/>
            <a:ext cx="956307" cy="913241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4C67F56-A32D-3E7A-E0B7-6A4B01FD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-398844" y="698277"/>
            <a:ext cx="811034" cy="755381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42B9A980-0889-05D0-3467-4F6C9F691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-344604" y="735604"/>
            <a:ext cx="702554" cy="680727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ACBE71E2-3146-CE7B-E143-C9A55ABDF2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87E67E76-FFB5-50C5-FF6A-E58B5C5E9C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98410436-9061-8BE1-1DB8-6FB3579570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35E0A7A-102F-55C8-7283-8F09BF36C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3504643" y="-541126"/>
            <a:ext cx="1212988" cy="1154015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C4B8D0F3-E033-9691-B7E1-8D5D45A71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3458501" y="-587364"/>
            <a:ext cx="1305272" cy="1246491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62131FA-FC90-4A47-187E-64BCE4438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3557643" y="-479632"/>
            <a:ext cx="1106988" cy="1031027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B3416236-7985-B152-0924-0AC79CD101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3631677" y="-428684"/>
            <a:ext cx="958921" cy="929130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>
            <a:blip r:embed="rId3" cstate="print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40483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4E3F24E-E096-FA5F-505F-0482258E63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0BA1D06-6815-D580-A810-E262AAE052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06889FD-F7D6-A52A-BAFB-793A0AA86C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493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  <p15:guide id="2" pos="1272" userDrawn="1">
          <p15:clr>
            <a:srgbClr val="FBAE40"/>
          </p15:clr>
        </p15:guide>
        <p15:guide id="3" pos="2928" userDrawn="1">
          <p15:clr>
            <a:srgbClr val="FBAE40"/>
          </p15:clr>
        </p15:guide>
        <p15:guide id="4" pos="4584" userDrawn="1">
          <p15:clr>
            <a:srgbClr val="FBAE40"/>
          </p15:clr>
        </p15:guide>
        <p15:guide id="5" pos="6264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442220"/>
            <a:ext cx="8770571" cy="1345269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2312276"/>
            <a:ext cx="8770571" cy="3651504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50727" y="6170491"/>
            <a:ext cx="284008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r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20240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3744" y="6170490"/>
            <a:ext cx="1188720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 title="Rule Line">
            <a:extLst>
              <a:ext uri="{FF2B5EF4-FFF2-40B4-BE49-F238E27FC236}">
                <a16:creationId xmlns:a16="http://schemas.microsoft.com/office/drawing/2014/main" id="{430127AE-B29E-4FDF-99D2-A2F1E7003F74}"/>
              </a:ext>
            </a:extLst>
          </p:cNvPr>
          <p:cNvCxnSpPr/>
          <p:nvPr/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68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9" r:id="rId1"/>
    <p:sldLayoutId id="2147483790" r:id="rId2"/>
    <p:sldLayoutId id="2147483791" r:id="rId3"/>
    <p:sldLayoutId id="2147483792" r:id="rId4"/>
    <p:sldLayoutId id="2147483793" r:id="rId5"/>
    <p:sldLayoutId id="2147483794" r:id="rId6"/>
    <p:sldLayoutId id="2147483795" r:id="rId7"/>
    <p:sldLayoutId id="2147483796" r:id="rId8"/>
    <p:sldLayoutId id="2147483797" r:id="rId9"/>
    <p:sldLayoutId id="2147483798" r:id="rId10"/>
    <p:sldLayoutId id="2147483799" r:id="rId11"/>
    <p:sldLayoutId id="2147483800" r:id="rId12"/>
    <p:sldLayoutId id="2147483801" r:id="rId13"/>
    <p:sldLayoutId id="2147483802" r:id="rId14"/>
    <p:sldLayoutId id="2147483803" r:id="rId15"/>
    <p:sldLayoutId id="2147483804" r:id="rId16"/>
    <p:sldLayoutId id="2147483805" r:id="rId17"/>
    <p:sldLayoutId id="2147483806" r:id="rId18"/>
    <p:sldLayoutId id="2147483807" r:id="rId19"/>
    <p:sldLayoutId id="2147483808" r:id="rId20"/>
    <p:sldLayoutId id="2147483809" r:id="rId21"/>
    <p:sldLayoutId id="2147483810" r:id="rId22"/>
    <p:sldLayoutId id="2147483691" r:id="rId23"/>
  </p:sldLayoutIdLst>
  <p:hf sldNum="0" hdr="0" ftr="0" dt="0"/>
  <p:txStyles>
    <p:titleStyle>
      <a:lvl1pPr algn="l" defTabSz="914400" rtl="0" eaLnBrk="1" latinLnBrk="0" hangingPunct="1">
        <a:lnSpc>
          <a:spcPct val="130000"/>
        </a:lnSpc>
        <a:spcBef>
          <a:spcPct val="0"/>
        </a:spcBef>
        <a:buNone/>
        <a:defRPr sz="32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8" descr="Tractor spraying crops">
            <a:extLst>
              <a:ext uri="{FF2B5EF4-FFF2-40B4-BE49-F238E27FC236}">
                <a16:creationId xmlns:a16="http://schemas.microsoft.com/office/drawing/2014/main" id="{7B103EA2-F14D-4D47-8BE8-D1C3EDA583F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" r="13"/>
          <a:stretch/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086996-3F9C-48D9-9B0A-0A2614B992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Robustness of 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931376F-59AF-F711-409F-69FBE46A0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300000" flipH="1">
            <a:off x="825194" y="576713"/>
            <a:ext cx="10456673" cy="5772428"/>
          </a:xfrm>
          <a:custGeom>
            <a:avLst/>
            <a:gdLst>
              <a:gd name="connsiteX0" fmla="*/ 2180840 w 3810827"/>
              <a:gd name="connsiteY0" fmla="*/ 0 h 3634591"/>
              <a:gd name="connsiteX1" fmla="*/ 2866380 w 3810827"/>
              <a:gd name="connsiteY1" fmla="*/ 145165 h 3634591"/>
              <a:gd name="connsiteX2" fmla="*/ 3366366 w 3810827"/>
              <a:gd name="connsiteY2" fmla="*/ 536835 h 3634591"/>
              <a:gd name="connsiteX3" fmla="*/ 3810827 w 3810827"/>
              <a:gd name="connsiteY3" fmla="*/ 1924156 h 3634591"/>
              <a:gd name="connsiteX4" fmla="*/ 3612844 w 3810827"/>
              <a:gd name="connsiteY4" fmla="*/ 2493111 h 3634591"/>
              <a:gd name="connsiteX5" fmla="*/ 3026664 w 3810827"/>
              <a:gd name="connsiteY5" fmla="*/ 3022891 h 3634591"/>
              <a:gd name="connsiteX6" fmla="*/ 2897783 w 3810827"/>
              <a:gd name="connsiteY6" fmla="*/ 3124233 h 3634591"/>
              <a:gd name="connsiteX7" fmla="*/ 1838765 w 3810827"/>
              <a:gd name="connsiteY7" fmla="*/ 3634591 h 3634591"/>
              <a:gd name="connsiteX8" fmla="*/ 443724 w 3810827"/>
              <a:gd name="connsiteY8" fmla="*/ 2805020 h 3634591"/>
              <a:gd name="connsiteX9" fmla="*/ 295053 w 3810827"/>
              <a:gd name="connsiteY9" fmla="*/ 2592792 h 3634591"/>
              <a:gd name="connsiteX10" fmla="*/ 0 w 3810827"/>
              <a:gd name="connsiteY10" fmla="*/ 1924156 h 3634591"/>
              <a:gd name="connsiteX11" fmla="*/ 178275 w 3810827"/>
              <a:gd name="connsiteY11" fmla="*/ 1204061 h 3634591"/>
              <a:gd name="connsiteX12" fmla="*/ 669921 w 3810827"/>
              <a:gd name="connsiteY12" fmla="*/ 585306 h 3634591"/>
              <a:gd name="connsiteX13" fmla="*/ 1380730 w 3810827"/>
              <a:gd name="connsiteY13" fmla="*/ 156203 h 3634591"/>
              <a:gd name="connsiteX14" fmla="*/ 2180840 w 3810827"/>
              <a:gd name="connsiteY14" fmla="*/ 0 h 36345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10827" h="3634591">
                <a:moveTo>
                  <a:pt x="2180840" y="0"/>
                </a:moveTo>
                <a:cubicBezTo>
                  <a:pt x="2431406" y="0"/>
                  <a:pt x="2662018" y="48886"/>
                  <a:pt x="2866380" y="145165"/>
                </a:cubicBezTo>
                <a:cubicBezTo>
                  <a:pt x="3057903" y="235467"/>
                  <a:pt x="3226119" y="367269"/>
                  <a:pt x="3366366" y="536835"/>
                </a:cubicBezTo>
                <a:cubicBezTo>
                  <a:pt x="3652997" y="883519"/>
                  <a:pt x="3810827" y="1376199"/>
                  <a:pt x="3810827" y="1924156"/>
                </a:cubicBezTo>
                <a:cubicBezTo>
                  <a:pt x="3810827" y="2142775"/>
                  <a:pt x="3749739" y="2318234"/>
                  <a:pt x="3612844" y="2493111"/>
                </a:cubicBezTo>
                <a:cubicBezTo>
                  <a:pt x="3469652" y="2676041"/>
                  <a:pt x="3254495" y="2844528"/>
                  <a:pt x="3026664" y="3022891"/>
                </a:cubicBezTo>
                <a:cubicBezTo>
                  <a:pt x="2984630" y="3055759"/>
                  <a:pt x="2941206" y="3089789"/>
                  <a:pt x="2897783" y="3124233"/>
                </a:cubicBezTo>
                <a:cubicBezTo>
                  <a:pt x="2509094" y="3432490"/>
                  <a:pt x="2225408" y="3634591"/>
                  <a:pt x="1838765" y="3634591"/>
                </a:cubicBezTo>
                <a:cubicBezTo>
                  <a:pt x="1249640" y="3634591"/>
                  <a:pt x="832413" y="3386508"/>
                  <a:pt x="443724" y="2805020"/>
                </a:cubicBezTo>
                <a:cubicBezTo>
                  <a:pt x="392859" y="2728910"/>
                  <a:pt x="343138" y="2659690"/>
                  <a:pt x="295053" y="2592792"/>
                </a:cubicBezTo>
                <a:cubicBezTo>
                  <a:pt x="95761" y="2315411"/>
                  <a:pt x="0" y="2171160"/>
                  <a:pt x="0" y="1924156"/>
                </a:cubicBezTo>
                <a:cubicBezTo>
                  <a:pt x="0" y="1678896"/>
                  <a:pt x="60024" y="1436622"/>
                  <a:pt x="178275" y="1204061"/>
                </a:cubicBezTo>
                <a:cubicBezTo>
                  <a:pt x="293990" y="976561"/>
                  <a:pt x="459425" y="768319"/>
                  <a:pt x="669921" y="585306"/>
                </a:cubicBezTo>
                <a:cubicBezTo>
                  <a:pt x="876818" y="405365"/>
                  <a:pt x="1122558" y="256964"/>
                  <a:pt x="1380730" y="156203"/>
                </a:cubicBezTo>
                <a:cubicBezTo>
                  <a:pt x="1645852" y="52539"/>
                  <a:pt x="1915145" y="0"/>
                  <a:pt x="2180840" y="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565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FB321-A9BF-467D-90CC-B7D41C7D4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6" y="613324"/>
            <a:ext cx="5143500" cy="882328"/>
          </a:xfrm>
        </p:spPr>
        <p:txBody>
          <a:bodyPr anchor="b"/>
          <a:lstStyle/>
          <a:p>
            <a:r>
              <a:rPr lang="en-US" dirty="0"/>
              <a:t>Overview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F77C5-9F6B-451C-B03D-A5E55E0DAC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1036" y="1786358"/>
            <a:ext cx="6568850" cy="4458318"/>
          </a:xfrm>
        </p:spPr>
        <p:txBody>
          <a:bodyPr vert="horz" lIns="109728" tIns="109728" rIns="109728" bIns="9144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Evaluates reliability and stability of XAI methods (SHAP, LIME) in ML-based Crop Recommendation Systems.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Focuses on explanation behavior under noise and model uncertainty.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Agriculture data is noisy and uncertain.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XAI explanations are often assumed reliable.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Misleading explanations can cause risky decisions.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for stability evaluation in real-world settings.</a:t>
            </a:r>
          </a:p>
        </p:txBody>
      </p:sp>
    </p:spTree>
    <p:extLst>
      <p:ext uri="{BB962C8B-B14F-4D97-AF65-F5344CB8AC3E}">
        <p14:creationId xmlns:p14="http://schemas.microsoft.com/office/powerpoint/2010/main" val="1282301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335A-5ECE-43C8-B81D-FB11A0598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626" y="614825"/>
            <a:ext cx="6596062" cy="1325881"/>
          </a:xfrm>
        </p:spPr>
        <p:txBody>
          <a:bodyPr anchor="ctr">
            <a:normAutofit/>
          </a:bodyPr>
          <a:lstStyle/>
          <a:p>
            <a:r>
              <a:rPr lang="en-US" sz="3200" dirty="0"/>
              <a:t>Related Work and Gaps</a:t>
            </a:r>
          </a:p>
        </p:txBody>
      </p:sp>
      <p:pic>
        <p:nvPicPr>
          <p:cNvPr id="12" name="Picture Placeholder 11" descr="Tractor in a field">
            <a:extLst>
              <a:ext uri="{FF2B5EF4-FFF2-40B4-BE49-F238E27FC236}">
                <a16:creationId xmlns:a16="http://schemas.microsoft.com/office/drawing/2014/main" id="{1D72F91E-78DC-4ED2-886A-750102A08E2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4" r="14"/>
          <a:stretch/>
        </p:blipFill>
        <p:spPr/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CDAB489-3AD9-DAC6-2F4F-79AA58B826D2}"/>
              </a:ext>
            </a:extLst>
          </p:cNvPr>
          <p:cNvSpPr txBox="1">
            <a:spLocks/>
          </p:cNvSpPr>
          <p:nvPr/>
        </p:nvSpPr>
        <p:spPr>
          <a:xfrm>
            <a:off x="877626" y="1940706"/>
            <a:ext cx="7194602" cy="331960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None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None/>
              <a:defRPr sz="16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SHAP and LIME widely used.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LIME is known to be unstable.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Gaps-</a:t>
            </a:r>
          </a:p>
          <a:p>
            <a:r>
              <a:rPr lang="en-US" dirty="0"/>
              <a:t>	- No confidence-aware analysis.</a:t>
            </a:r>
          </a:p>
          <a:p>
            <a:r>
              <a:rPr lang="en-US" dirty="0"/>
              <a:t>	- No domain-aware noise modeling.</a:t>
            </a:r>
          </a:p>
          <a:p>
            <a:r>
              <a:rPr lang="en-US" dirty="0"/>
              <a:t>	- Limited agricultural multi-class studies.</a:t>
            </a:r>
          </a:p>
        </p:txBody>
      </p:sp>
    </p:spTree>
    <p:extLst>
      <p:ext uri="{BB962C8B-B14F-4D97-AF65-F5344CB8AC3E}">
        <p14:creationId xmlns:p14="http://schemas.microsoft.com/office/powerpoint/2010/main" val="3789343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335A-5ECE-43C8-B81D-FB11A0598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9359" y="806599"/>
            <a:ext cx="5718534" cy="884549"/>
          </a:xfrm>
        </p:spPr>
        <p:txBody>
          <a:bodyPr anchor="b">
            <a:normAutofit/>
          </a:bodyPr>
          <a:lstStyle/>
          <a:p>
            <a:r>
              <a:rPr lang="en-US" sz="3200" dirty="0"/>
              <a:t>Key Contributions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24BAAE-F3C2-4167-8E55-3D4A3B8F9F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9359" y="1871092"/>
            <a:ext cx="6372905" cy="3874633"/>
          </a:xfrm>
        </p:spPr>
        <p:txBody>
          <a:bodyPr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Confidence-aware stability analysis (Sure vs Confused cases).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Realistic noise modeling (0%, 2%, 5%).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Validation across Random Forest and &amp; </a:t>
            </a:r>
            <a:r>
              <a:rPr lang="en-US" dirty="0" err="1"/>
              <a:t>XGBoost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Correct metric-method alignment.</a:t>
            </a:r>
          </a:p>
        </p:txBody>
      </p:sp>
    </p:spTree>
    <p:extLst>
      <p:ext uri="{BB962C8B-B14F-4D97-AF65-F5344CB8AC3E}">
        <p14:creationId xmlns:p14="http://schemas.microsoft.com/office/powerpoint/2010/main" val="3594869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95451-9C62-77F3-8A67-768FD708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7" y="1072782"/>
            <a:ext cx="6901699" cy="1091973"/>
          </a:xfrm>
        </p:spPr>
        <p:txBody>
          <a:bodyPr>
            <a:normAutofit/>
          </a:bodyPr>
          <a:lstStyle/>
          <a:p>
            <a:r>
              <a:rPr lang="en-US" dirty="0"/>
              <a:t>Experimental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3544A-F007-AEFD-6CE9-9AEC8769D4D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1037" y="2465615"/>
            <a:ext cx="10829925" cy="3319603"/>
          </a:xfrm>
        </p:spPr>
        <p:txBody>
          <a:bodyPr>
            <a:normAutofit/>
          </a:bodyPr>
          <a:lstStyle/>
          <a:p>
            <a:r>
              <a:rPr lang="en-US" dirty="0"/>
              <a:t>Multi-class Crop Recommendation Systems.</a:t>
            </a:r>
          </a:p>
          <a:p>
            <a:r>
              <a:rPr lang="en-US" dirty="0"/>
              <a:t>Features: Soil nutrients and climate.</a:t>
            </a:r>
          </a:p>
          <a:p>
            <a:r>
              <a:rPr lang="en-US" dirty="0"/>
              <a:t>Models: Rando Forest, </a:t>
            </a:r>
            <a:r>
              <a:rPr lang="en-US" dirty="0" err="1"/>
              <a:t>XGBoost</a:t>
            </a:r>
            <a:r>
              <a:rPr lang="en-US" dirty="0"/>
              <a:t>.</a:t>
            </a:r>
          </a:p>
          <a:p>
            <a:r>
              <a:rPr lang="en-US" dirty="0"/>
              <a:t>Perturbations applied and stability measured.</a:t>
            </a:r>
          </a:p>
        </p:txBody>
      </p:sp>
    </p:spTree>
    <p:extLst>
      <p:ext uri="{BB962C8B-B14F-4D97-AF65-F5344CB8AC3E}">
        <p14:creationId xmlns:p14="http://schemas.microsoft.com/office/powerpoint/2010/main" val="1222042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335A-5ECE-43C8-B81D-FB11A0598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1038" y="957538"/>
            <a:ext cx="5718534" cy="810458"/>
          </a:xfrm>
        </p:spPr>
        <p:txBody>
          <a:bodyPr anchor="b">
            <a:normAutofit/>
          </a:bodyPr>
          <a:lstStyle/>
          <a:p>
            <a:r>
              <a:rPr lang="en-US" sz="3200" dirty="0"/>
              <a:t>Stability Metrics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24BAAE-F3C2-4167-8E55-3D4A3B8F9F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038" y="2243753"/>
            <a:ext cx="6225948" cy="2630238"/>
          </a:xfrm>
        </p:spPr>
        <p:txBody>
          <a:bodyPr anchor="t"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SHAP: Spearman Rank Correlation (ranking consistency).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LIME: Jaccard Similarity (top-k feature overlap).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Computed across samples, noise levels, and models.</a:t>
            </a:r>
          </a:p>
        </p:txBody>
      </p:sp>
      <p:pic>
        <p:nvPicPr>
          <p:cNvPr id="12" name="Picture Placeholder 11" descr="Aerial view of fields">
            <a:extLst>
              <a:ext uri="{FF2B5EF4-FFF2-40B4-BE49-F238E27FC236}">
                <a16:creationId xmlns:a16="http://schemas.microsoft.com/office/drawing/2014/main" id="{1D72F91E-78DC-4ED2-886A-750102A08E2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" b="5"/>
          <a:stretch/>
        </p:blipFill>
        <p:spPr/>
      </p:pic>
    </p:spTree>
    <p:extLst>
      <p:ext uri="{BB962C8B-B14F-4D97-AF65-F5344CB8AC3E}">
        <p14:creationId xmlns:p14="http://schemas.microsoft.com/office/powerpoint/2010/main" val="1133887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216DE36A-8936-4960-80FB-84297E9ED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5150" y="727270"/>
            <a:ext cx="6901699" cy="96134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Main Results (Summary)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588ED13-EE1F-45B5-8412-D43AE2D27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812007" y="2540725"/>
            <a:ext cx="6567983" cy="3394062"/>
          </a:xfrm>
        </p:spPr>
        <p:txBody>
          <a:bodyPr>
            <a:normAutofit/>
          </a:bodyPr>
          <a:lstStyle/>
          <a:p>
            <a:r>
              <a:rPr lang="en-US" dirty="0"/>
              <a:t>SHAP stability &gt;= 0.97 across all cases.</a:t>
            </a:r>
          </a:p>
          <a:p>
            <a:r>
              <a:rPr lang="en-US" dirty="0"/>
              <a:t>LIME degrades with noise and uncertainty.</a:t>
            </a:r>
          </a:p>
          <a:p>
            <a:r>
              <a:rPr lang="en-US" dirty="0"/>
              <a:t>Confused predictions show lower stability.</a:t>
            </a:r>
          </a:p>
          <a:p>
            <a:r>
              <a:rPr lang="en-US" dirty="0"/>
              <a:t>Trends consistent across both models.</a:t>
            </a:r>
          </a:p>
        </p:txBody>
      </p:sp>
    </p:spTree>
    <p:extLst>
      <p:ext uri="{BB962C8B-B14F-4D97-AF65-F5344CB8AC3E}">
        <p14:creationId xmlns:p14="http://schemas.microsoft.com/office/powerpoint/2010/main" val="2242693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DDFF4-B34F-437F-7389-D07EBBF7A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8718" y="816429"/>
            <a:ext cx="7294563" cy="856760"/>
          </a:xfrm>
        </p:spPr>
        <p:txBody>
          <a:bodyPr/>
          <a:lstStyle/>
          <a:p>
            <a:pPr algn="ctr"/>
            <a:r>
              <a:rPr lang="en-US" dirty="0"/>
              <a:t>Key Observations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9506B3-7CD1-7D3C-FB3F-00D055A6F0F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899440" y="2176398"/>
            <a:ext cx="8393118" cy="3743325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SHAP is robust to noise and uncertainty.</a:t>
            </a:r>
          </a:p>
          <a:p>
            <a:pPr lvl="1"/>
            <a:r>
              <a:rPr lang="en-US" dirty="0"/>
              <a:t>LIME is sensitive, especially in confused cases.</a:t>
            </a:r>
          </a:p>
          <a:p>
            <a:pPr lvl="1"/>
            <a:r>
              <a:rPr lang="en-US" dirty="0"/>
              <a:t>Explanation reliability depends on model confidence.</a:t>
            </a:r>
          </a:p>
          <a:p>
            <a:pPr lvl="1"/>
            <a:r>
              <a:rPr lang="en-US" dirty="0"/>
              <a:t>Instability is method-dependent, not model-dependent.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1267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98507-505E-AEA1-ECC8-374B2EDF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and Practical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E708F-82E1-653A-BDFE-347324A255E0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dirty="0"/>
              <a:t>Improves trust in AI-driven agriculture.</a:t>
            </a:r>
          </a:p>
          <a:p>
            <a:r>
              <a:rPr lang="en-US" dirty="0"/>
              <a:t>Supports risk-aware farming decisions.</a:t>
            </a:r>
          </a:p>
          <a:p>
            <a:r>
              <a:rPr lang="en-US" dirty="0"/>
              <a:t>Advances research in trustworthy and reliable XAI.</a:t>
            </a:r>
          </a:p>
        </p:txBody>
      </p:sp>
      <p:pic>
        <p:nvPicPr>
          <p:cNvPr id="6" name="Picture Placeholder 5" descr="A tractor in a field">
            <a:extLst>
              <a:ext uri="{FF2B5EF4-FFF2-40B4-BE49-F238E27FC236}">
                <a16:creationId xmlns:a16="http://schemas.microsoft.com/office/drawing/2014/main" id="{5B65CF3C-C87C-5361-BB9F-5021149B963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" r="5"/>
          <a:stretch/>
        </p:blipFill>
        <p:spPr/>
      </p:pic>
    </p:spTree>
    <p:extLst>
      <p:ext uri="{BB962C8B-B14F-4D97-AF65-F5344CB8AC3E}">
        <p14:creationId xmlns:p14="http://schemas.microsoft.com/office/powerpoint/2010/main" val="4053215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41B9B0D-416F-4632-8530-27002FB8B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One-Line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6BED6-C5E6-2A47-A779-CF5E1D890BD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54176" y="2673016"/>
            <a:ext cx="10683647" cy="2862370"/>
          </a:xfrm>
        </p:spPr>
        <p:txBody>
          <a:bodyPr>
            <a:normAutofit/>
          </a:bodyPr>
          <a:lstStyle/>
          <a:p>
            <a:r>
              <a:rPr lang="en-US" dirty="0"/>
              <a:t>A confidence-aware, noise-sensitive, and model-independent evaluation of XAI stability in Crop Recommendation Systems.</a:t>
            </a:r>
          </a:p>
        </p:txBody>
      </p:sp>
    </p:spTree>
    <p:extLst>
      <p:ext uri="{BB962C8B-B14F-4D97-AF65-F5344CB8AC3E}">
        <p14:creationId xmlns:p14="http://schemas.microsoft.com/office/powerpoint/2010/main" val="1088464934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LinesVTI">
  <a:themeElements>
    <a:clrScheme name="SketchLines">
      <a:dk1>
        <a:sysClr val="windowText" lastClr="000000"/>
      </a:dk1>
      <a:lt1>
        <a:sysClr val="window" lastClr="FFFFFF"/>
      </a:lt1>
      <a:dk2>
        <a:srgbClr val="564E4E"/>
      </a:dk2>
      <a:lt2>
        <a:srgbClr val="EEEBE2"/>
      </a:lt2>
      <a:accent1>
        <a:srgbClr val="E54837"/>
      </a:accent1>
      <a:accent2>
        <a:srgbClr val="947F53"/>
      </a:accent2>
      <a:accent3>
        <a:srgbClr val="BE8D64"/>
      </a:accent3>
      <a:accent4>
        <a:srgbClr val="E0C171"/>
      </a:accent4>
      <a:accent5>
        <a:srgbClr val="968572"/>
      </a:accent5>
      <a:accent6>
        <a:srgbClr val="855D5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LinesVTI" id="{8C0B0F05-C8D0-4078-9615-83E590287484}" vid="{43A7BC57-C1E3-4EE6-BDBC-5422DD574AF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AA64C4C-1C1A-4AD5-A45E-ACC15888C1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136FBFD-CEAC-47B6-A2BE-91A1F1A46BB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0FE38A-9F40-477F-8251-8026D807743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Sketchlines design</Template>
  <TotalTime>42</TotalTime>
  <Words>304</Words>
  <Application>Microsoft Office PowerPoint</Application>
  <PresentationFormat>Widescreen</PresentationFormat>
  <Paragraphs>55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Meiryo</vt:lpstr>
      <vt:lpstr>Arial</vt:lpstr>
      <vt:lpstr>Calibri</vt:lpstr>
      <vt:lpstr>Corbel</vt:lpstr>
      <vt:lpstr>SketchLinesVTI</vt:lpstr>
      <vt:lpstr>Robustness of </vt:lpstr>
      <vt:lpstr>Overview </vt:lpstr>
      <vt:lpstr>Related Work and Gaps</vt:lpstr>
      <vt:lpstr>Key Contributions</vt:lpstr>
      <vt:lpstr>Experimental Setup</vt:lpstr>
      <vt:lpstr>Stability Metrics</vt:lpstr>
      <vt:lpstr>Main Results (Summary)</vt:lpstr>
      <vt:lpstr>Key Observations</vt:lpstr>
      <vt:lpstr>Scientific and Practical Impact</vt:lpstr>
      <vt:lpstr>One-Line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Deepshikha Yadav</dc:creator>
  <cp:lastModifiedBy>Deepshikha Yadav</cp:lastModifiedBy>
  <cp:revision>1</cp:revision>
  <dcterms:created xsi:type="dcterms:W3CDTF">2026-01-23T11:45:16Z</dcterms:created>
  <dcterms:modified xsi:type="dcterms:W3CDTF">2026-01-23T12:27:53Z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